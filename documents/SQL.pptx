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8" r:id="rId3"/>
    <p:sldId id="257" r:id="rId4"/>
    <p:sldId id="331" r:id="rId5"/>
    <p:sldId id="330" r:id="rId6"/>
    <p:sldId id="329" r:id="rId7"/>
    <p:sldId id="324" r:id="rId8"/>
    <p:sldId id="258" r:id="rId9"/>
    <p:sldId id="260" r:id="rId10"/>
    <p:sldId id="261" r:id="rId11"/>
    <p:sldId id="259" r:id="rId12"/>
    <p:sldId id="262" r:id="rId13"/>
    <p:sldId id="263" r:id="rId14"/>
    <p:sldId id="264" r:id="rId15"/>
    <p:sldId id="265" r:id="rId16"/>
    <p:sldId id="311" r:id="rId17"/>
    <p:sldId id="326" r:id="rId18"/>
    <p:sldId id="327" r:id="rId19"/>
    <p:sldId id="332" r:id="rId20"/>
    <p:sldId id="310" r:id="rId21"/>
    <p:sldId id="266" r:id="rId22"/>
    <p:sldId id="280" r:id="rId23"/>
    <p:sldId id="309" r:id="rId24"/>
    <p:sldId id="276" r:id="rId25"/>
    <p:sldId id="267" r:id="rId26"/>
    <p:sldId id="268" r:id="rId27"/>
    <p:sldId id="269" r:id="rId28"/>
    <p:sldId id="271" r:id="rId29"/>
    <p:sldId id="270" r:id="rId30"/>
    <p:sldId id="272" r:id="rId31"/>
    <p:sldId id="275" r:id="rId32"/>
    <p:sldId id="274" r:id="rId33"/>
    <p:sldId id="273" r:id="rId34"/>
    <p:sldId id="278" r:id="rId35"/>
    <p:sldId id="277" r:id="rId36"/>
    <p:sldId id="279" r:id="rId37"/>
    <p:sldId id="283" r:id="rId38"/>
    <p:sldId id="281" r:id="rId39"/>
    <p:sldId id="284" r:id="rId40"/>
    <p:sldId id="286" r:id="rId41"/>
    <p:sldId id="285" r:id="rId42"/>
    <p:sldId id="287" r:id="rId43"/>
    <p:sldId id="288" r:id="rId44"/>
    <p:sldId id="289" r:id="rId45"/>
    <p:sldId id="290" r:id="rId46"/>
    <p:sldId id="334" r:id="rId47"/>
    <p:sldId id="291" r:id="rId48"/>
    <p:sldId id="292" r:id="rId49"/>
    <p:sldId id="295" r:id="rId50"/>
    <p:sldId id="293" r:id="rId51"/>
    <p:sldId id="294" r:id="rId52"/>
    <p:sldId id="297" r:id="rId53"/>
    <p:sldId id="298" r:id="rId54"/>
    <p:sldId id="296" r:id="rId55"/>
    <p:sldId id="299" r:id="rId56"/>
    <p:sldId id="300" r:id="rId57"/>
    <p:sldId id="301" r:id="rId58"/>
    <p:sldId id="302" r:id="rId59"/>
    <p:sldId id="306" r:id="rId60"/>
    <p:sldId id="303" r:id="rId61"/>
    <p:sldId id="307" r:id="rId62"/>
    <p:sldId id="304" r:id="rId63"/>
    <p:sldId id="305" r:id="rId64"/>
    <p:sldId id="308" r:id="rId65"/>
    <p:sldId id="312" r:id="rId66"/>
    <p:sldId id="313" r:id="rId67"/>
    <p:sldId id="341" r:id="rId68"/>
    <p:sldId id="315" r:id="rId69"/>
    <p:sldId id="314" r:id="rId70"/>
    <p:sldId id="342" r:id="rId71"/>
    <p:sldId id="343" r:id="rId72"/>
    <p:sldId id="318" r:id="rId73"/>
    <p:sldId id="316" r:id="rId74"/>
    <p:sldId id="319" r:id="rId75"/>
    <p:sldId id="317" r:id="rId76"/>
    <p:sldId id="320" r:id="rId77"/>
    <p:sldId id="321" r:id="rId78"/>
    <p:sldId id="337" r:id="rId79"/>
    <p:sldId id="346" r:id="rId80"/>
    <p:sldId id="335" r:id="rId81"/>
    <p:sldId id="336" r:id="rId82"/>
    <p:sldId id="338" r:id="rId83"/>
    <p:sldId id="322" r:id="rId84"/>
    <p:sldId id="323" r:id="rId85"/>
    <p:sldId id="339" r:id="rId86"/>
    <p:sldId id="340" r:id="rId87"/>
    <p:sldId id="345" r:id="rId88"/>
    <p:sldId id="344" r:id="rId89"/>
    <p:sldId id="325" r:id="rId90"/>
    <p:sldId id="333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2"/>
    <p:restoredTop sz="94692"/>
  </p:normalViewPr>
  <p:slideViewPr>
    <p:cSldViewPr snapToGrid="0" snapToObjects="1">
      <p:cViewPr>
        <p:scale>
          <a:sx n="113" d="100"/>
          <a:sy n="113" d="100"/>
        </p:scale>
        <p:origin x="14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B3BEA2-9383-434E-BB50-44C0C3B09208}" type="doc">
      <dgm:prSet loTypeId="urn:microsoft.com/office/officeart/2005/8/layout/hList9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785CB9-8702-B643-B969-B21DE8AE01E4}">
      <dgm:prSet phldrT="[Text]" custT="1"/>
      <dgm:spPr/>
      <dgm:t>
        <a:bodyPr/>
        <a:lstStyle/>
        <a:p>
          <a:r>
            <a:rPr lang="en-US" sz="1400" dirty="0"/>
            <a:t>Data Definition Language (DDL)</a:t>
          </a:r>
        </a:p>
      </dgm:t>
    </dgm:pt>
    <dgm:pt modelId="{B2ADA643-FA9E-404A-9081-06A85D99FE48}" type="parTrans" cxnId="{690AC258-CC23-2745-B799-EECECA8F1728}">
      <dgm:prSet/>
      <dgm:spPr/>
      <dgm:t>
        <a:bodyPr/>
        <a:lstStyle/>
        <a:p>
          <a:endParaRPr lang="en-US"/>
        </a:p>
      </dgm:t>
    </dgm:pt>
    <dgm:pt modelId="{F65115BD-AF63-0B41-AFB2-0F06C457148E}" type="sibTrans" cxnId="{690AC258-CC23-2745-B799-EECECA8F1728}">
      <dgm:prSet/>
      <dgm:spPr/>
      <dgm:t>
        <a:bodyPr/>
        <a:lstStyle/>
        <a:p>
          <a:endParaRPr lang="en-US"/>
        </a:p>
      </dgm:t>
    </dgm:pt>
    <dgm:pt modelId="{0E87154C-2C7A-B247-AE31-5378A9C2AAA4}">
      <dgm:prSet phldrT="[Text]"/>
      <dgm:spPr/>
      <dgm:t>
        <a:bodyPr/>
        <a:lstStyle/>
        <a:p>
          <a:r>
            <a:rPr lang="en-US" dirty="0"/>
            <a:t>CREATE</a:t>
          </a:r>
        </a:p>
      </dgm:t>
    </dgm:pt>
    <dgm:pt modelId="{0E9EA907-B961-6349-BB0C-6F8002D5C0DB}" type="parTrans" cxnId="{86B4C7F6-819D-FA4A-BE18-F5CF4E208594}">
      <dgm:prSet/>
      <dgm:spPr/>
      <dgm:t>
        <a:bodyPr/>
        <a:lstStyle/>
        <a:p>
          <a:endParaRPr lang="en-US"/>
        </a:p>
      </dgm:t>
    </dgm:pt>
    <dgm:pt modelId="{4807A39E-8C2C-FA46-9603-26C51751730F}" type="sibTrans" cxnId="{86B4C7F6-819D-FA4A-BE18-F5CF4E208594}">
      <dgm:prSet/>
      <dgm:spPr/>
      <dgm:t>
        <a:bodyPr/>
        <a:lstStyle/>
        <a:p>
          <a:endParaRPr lang="en-US"/>
        </a:p>
      </dgm:t>
    </dgm:pt>
    <dgm:pt modelId="{FF9BE6C9-2322-9447-BD53-B7F44221CCB1}">
      <dgm:prSet phldrT="[Text]"/>
      <dgm:spPr/>
      <dgm:t>
        <a:bodyPr/>
        <a:lstStyle/>
        <a:p>
          <a:r>
            <a:rPr lang="en-US" dirty="0"/>
            <a:t>DROP</a:t>
          </a:r>
        </a:p>
      </dgm:t>
    </dgm:pt>
    <dgm:pt modelId="{0D9F6199-BF8D-CD43-98D7-0E6466579412}" type="parTrans" cxnId="{860B6936-077D-5444-8E12-C3F653E550E5}">
      <dgm:prSet/>
      <dgm:spPr/>
      <dgm:t>
        <a:bodyPr/>
        <a:lstStyle/>
        <a:p>
          <a:endParaRPr lang="en-US"/>
        </a:p>
      </dgm:t>
    </dgm:pt>
    <dgm:pt modelId="{05D6604F-1CFF-AF41-8282-427CC3CAB4C7}" type="sibTrans" cxnId="{860B6936-077D-5444-8E12-C3F653E550E5}">
      <dgm:prSet/>
      <dgm:spPr/>
      <dgm:t>
        <a:bodyPr/>
        <a:lstStyle/>
        <a:p>
          <a:endParaRPr lang="en-US"/>
        </a:p>
      </dgm:t>
    </dgm:pt>
    <dgm:pt modelId="{0303EC2F-A319-C244-8D4B-20A572799C63}">
      <dgm:prSet phldrT="[Text]" custT="1"/>
      <dgm:spPr/>
      <dgm:t>
        <a:bodyPr/>
        <a:lstStyle/>
        <a:p>
          <a:r>
            <a:rPr lang="en-US" sz="1400" dirty="0"/>
            <a:t>Data Manipulation Language (DML)</a:t>
          </a:r>
        </a:p>
      </dgm:t>
    </dgm:pt>
    <dgm:pt modelId="{18B45870-20B2-5D42-AFCC-E05DEDAF49F2}" type="parTrans" cxnId="{60CF561E-D373-B146-AE7C-3FA93DFFBC0D}">
      <dgm:prSet/>
      <dgm:spPr/>
      <dgm:t>
        <a:bodyPr/>
        <a:lstStyle/>
        <a:p>
          <a:endParaRPr lang="en-US"/>
        </a:p>
      </dgm:t>
    </dgm:pt>
    <dgm:pt modelId="{76843C58-03F7-F94E-9773-3DDC22237069}" type="sibTrans" cxnId="{60CF561E-D373-B146-AE7C-3FA93DFFBC0D}">
      <dgm:prSet/>
      <dgm:spPr/>
      <dgm:t>
        <a:bodyPr/>
        <a:lstStyle/>
        <a:p>
          <a:endParaRPr lang="en-US"/>
        </a:p>
      </dgm:t>
    </dgm:pt>
    <dgm:pt modelId="{6DFBE395-C8CF-4441-A6EE-97065A0A185D}">
      <dgm:prSet phldrT="[Text]"/>
      <dgm:spPr/>
      <dgm:t>
        <a:bodyPr/>
        <a:lstStyle/>
        <a:p>
          <a:r>
            <a:rPr lang="en-US" dirty="0"/>
            <a:t>SELECT*</a:t>
          </a:r>
        </a:p>
      </dgm:t>
    </dgm:pt>
    <dgm:pt modelId="{9AE0F1C6-13DE-8C44-A754-20AA1E567D67}" type="parTrans" cxnId="{65947203-ADD0-2749-9F7E-A09B3B6DF3F3}">
      <dgm:prSet/>
      <dgm:spPr/>
      <dgm:t>
        <a:bodyPr/>
        <a:lstStyle/>
        <a:p>
          <a:endParaRPr lang="en-US"/>
        </a:p>
      </dgm:t>
    </dgm:pt>
    <dgm:pt modelId="{0ECB56FF-961F-5344-80E9-AC55CF978A56}" type="sibTrans" cxnId="{65947203-ADD0-2749-9F7E-A09B3B6DF3F3}">
      <dgm:prSet/>
      <dgm:spPr/>
      <dgm:t>
        <a:bodyPr/>
        <a:lstStyle/>
        <a:p>
          <a:endParaRPr lang="en-US"/>
        </a:p>
      </dgm:t>
    </dgm:pt>
    <dgm:pt modelId="{A8D8100E-1EEA-9C4A-BE00-11B113D42A5C}">
      <dgm:prSet phldrT="[Text]" custT="1"/>
      <dgm:spPr/>
      <dgm:t>
        <a:bodyPr/>
        <a:lstStyle/>
        <a:p>
          <a:r>
            <a:rPr lang="en-US" sz="1400" dirty="0"/>
            <a:t>Data Control Language (DCL)</a:t>
          </a:r>
        </a:p>
      </dgm:t>
    </dgm:pt>
    <dgm:pt modelId="{D2CC6A43-5234-404F-9DD7-2F91C905D4B2}" type="parTrans" cxnId="{8F50B342-7C27-DF44-B2E7-F27526FAAA7B}">
      <dgm:prSet/>
      <dgm:spPr/>
      <dgm:t>
        <a:bodyPr/>
        <a:lstStyle/>
        <a:p>
          <a:endParaRPr lang="en-US"/>
        </a:p>
      </dgm:t>
    </dgm:pt>
    <dgm:pt modelId="{0EC63EC8-2344-EA40-917D-4C43FECB53C9}" type="sibTrans" cxnId="{8F50B342-7C27-DF44-B2E7-F27526FAAA7B}">
      <dgm:prSet/>
      <dgm:spPr/>
      <dgm:t>
        <a:bodyPr/>
        <a:lstStyle/>
        <a:p>
          <a:endParaRPr lang="en-US"/>
        </a:p>
      </dgm:t>
    </dgm:pt>
    <dgm:pt modelId="{4E8FD8D2-19CF-244B-8E8B-629B1FF79FEA}">
      <dgm:prSet phldrT="[Text]"/>
      <dgm:spPr/>
      <dgm:t>
        <a:bodyPr/>
        <a:lstStyle/>
        <a:p>
          <a:r>
            <a:rPr lang="en-US" dirty="0"/>
            <a:t>ALTER</a:t>
          </a:r>
        </a:p>
      </dgm:t>
    </dgm:pt>
    <dgm:pt modelId="{0C558C24-35EA-1543-8FF8-1CFCDF7A87ED}" type="parTrans" cxnId="{C8FF0E6F-D8E7-234B-8057-FD209C29E2BB}">
      <dgm:prSet/>
      <dgm:spPr/>
      <dgm:t>
        <a:bodyPr/>
        <a:lstStyle/>
        <a:p>
          <a:endParaRPr lang="en-US"/>
        </a:p>
      </dgm:t>
    </dgm:pt>
    <dgm:pt modelId="{4D231FF9-35C4-5145-B4C9-FCF57CF63EA9}" type="sibTrans" cxnId="{C8FF0E6F-D8E7-234B-8057-FD209C29E2BB}">
      <dgm:prSet/>
      <dgm:spPr/>
      <dgm:t>
        <a:bodyPr/>
        <a:lstStyle/>
        <a:p>
          <a:endParaRPr lang="en-US"/>
        </a:p>
      </dgm:t>
    </dgm:pt>
    <dgm:pt modelId="{5090E058-4F9E-3D49-B327-FBB36EABF39A}">
      <dgm:prSet phldrT="[Text]"/>
      <dgm:spPr/>
      <dgm:t>
        <a:bodyPr/>
        <a:lstStyle/>
        <a:p>
          <a:r>
            <a:rPr lang="en-US" dirty="0"/>
            <a:t>RENAME</a:t>
          </a:r>
        </a:p>
      </dgm:t>
    </dgm:pt>
    <dgm:pt modelId="{03E0FD84-D302-DA4C-9353-B5390F97E3BA}" type="parTrans" cxnId="{9F7AF160-08D0-9C47-8B5A-275EDC10FA59}">
      <dgm:prSet/>
      <dgm:spPr/>
      <dgm:t>
        <a:bodyPr/>
        <a:lstStyle/>
        <a:p>
          <a:endParaRPr lang="en-US"/>
        </a:p>
      </dgm:t>
    </dgm:pt>
    <dgm:pt modelId="{6E85B6D0-E226-0946-A7CF-DAAA802A420E}" type="sibTrans" cxnId="{9F7AF160-08D0-9C47-8B5A-275EDC10FA59}">
      <dgm:prSet/>
      <dgm:spPr/>
      <dgm:t>
        <a:bodyPr/>
        <a:lstStyle/>
        <a:p>
          <a:endParaRPr lang="en-US"/>
        </a:p>
      </dgm:t>
    </dgm:pt>
    <dgm:pt modelId="{1688484A-1345-E643-930D-C9EE5B804DBB}">
      <dgm:prSet phldrT="[Text]"/>
      <dgm:spPr/>
      <dgm:t>
        <a:bodyPr/>
        <a:lstStyle/>
        <a:p>
          <a:r>
            <a:rPr lang="en-US" dirty="0"/>
            <a:t>INSERT</a:t>
          </a:r>
        </a:p>
      </dgm:t>
    </dgm:pt>
    <dgm:pt modelId="{24F3AB52-75EE-A141-939F-8375E473DCAA}" type="parTrans" cxnId="{C6076039-8561-1348-AB16-835DB37BFC93}">
      <dgm:prSet/>
      <dgm:spPr/>
      <dgm:t>
        <a:bodyPr/>
        <a:lstStyle/>
        <a:p>
          <a:endParaRPr lang="en-US"/>
        </a:p>
      </dgm:t>
    </dgm:pt>
    <dgm:pt modelId="{35EE1A35-3B31-2147-8F13-E781A0896BD1}" type="sibTrans" cxnId="{C6076039-8561-1348-AB16-835DB37BFC93}">
      <dgm:prSet/>
      <dgm:spPr/>
      <dgm:t>
        <a:bodyPr/>
        <a:lstStyle/>
        <a:p>
          <a:endParaRPr lang="en-US"/>
        </a:p>
      </dgm:t>
    </dgm:pt>
    <dgm:pt modelId="{95BAC54F-3E17-EB4F-9F6D-A75C260D0099}">
      <dgm:prSet phldrT="[Text]"/>
      <dgm:spPr/>
      <dgm:t>
        <a:bodyPr/>
        <a:lstStyle/>
        <a:p>
          <a:r>
            <a:rPr lang="en-US" dirty="0"/>
            <a:t>UPDATE</a:t>
          </a:r>
        </a:p>
      </dgm:t>
    </dgm:pt>
    <dgm:pt modelId="{816E77AC-3725-FC4F-849E-C7C45E06EE93}" type="parTrans" cxnId="{ECA457CD-246F-BC44-8FF9-08810ECE8D68}">
      <dgm:prSet/>
      <dgm:spPr/>
      <dgm:t>
        <a:bodyPr/>
        <a:lstStyle/>
        <a:p>
          <a:endParaRPr lang="en-US"/>
        </a:p>
      </dgm:t>
    </dgm:pt>
    <dgm:pt modelId="{E3250094-F500-6741-9F40-F58ACCCD52BF}" type="sibTrans" cxnId="{ECA457CD-246F-BC44-8FF9-08810ECE8D68}">
      <dgm:prSet/>
      <dgm:spPr/>
      <dgm:t>
        <a:bodyPr/>
        <a:lstStyle/>
        <a:p>
          <a:endParaRPr lang="en-US"/>
        </a:p>
      </dgm:t>
    </dgm:pt>
    <dgm:pt modelId="{0F3CAB3F-4983-B147-8D8E-E7BE38E10980}">
      <dgm:prSet phldrT="[Text]"/>
      <dgm:spPr/>
      <dgm:t>
        <a:bodyPr/>
        <a:lstStyle/>
        <a:p>
          <a:r>
            <a:rPr lang="en-US" dirty="0"/>
            <a:t>DELETE</a:t>
          </a:r>
        </a:p>
      </dgm:t>
    </dgm:pt>
    <dgm:pt modelId="{104588C8-9796-314A-9BCF-A4675B694343}" type="parTrans" cxnId="{C6836DC0-7A30-9D4D-B812-DCA7CEC5B441}">
      <dgm:prSet/>
      <dgm:spPr/>
      <dgm:t>
        <a:bodyPr/>
        <a:lstStyle/>
        <a:p>
          <a:endParaRPr lang="en-US"/>
        </a:p>
      </dgm:t>
    </dgm:pt>
    <dgm:pt modelId="{C62EF076-75E4-864D-8144-68C021CF9246}" type="sibTrans" cxnId="{C6836DC0-7A30-9D4D-B812-DCA7CEC5B441}">
      <dgm:prSet/>
      <dgm:spPr/>
      <dgm:t>
        <a:bodyPr/>
        <a:lstStyle/>
        <a:p>
          <a:endParaRPr lang="en-US"/>
        </a:p>
      </dgm:t>
    </dgm:pt>
    <dgm:pt modelId="{09A79946-BEF4-944E-9C2A-B63C41A8705D}">
      <dgm:prSet phldrT="[Text]"/>
      <dgm:spPr/>
      <dgm:t>
        <a:bodyPr/>
        <a:lstStyle/>
        <a:p>
          <a:r>
            <a:rPr lang="en-US" dirty="0"/>
            <a:t>GRANT</a:t>
          </a:r>
        </a:p>
      </dgm:t>
    </dgm:pt>
    <dgm:pt modelId="{DB71E622-589B-1E48-958C-721EB0BABA02}" type="parTrans" cxnId="{63197917-1939-4542-AE2C-6728FE30DF9C}">
      <dgm:prSet/>
      <dgm:spPr/>
      <dgm:t>
        <a:bodyPr/>
        <a:lstStyle/>
        <a:p>
          <a:endParaRPr lang="en-US"/>
        </a:p>
      </dgm:t>
    </dgm:pt>
    <dgm:pt modelId="{3464E8E0-014E-9F45-87EF-7825A30EBB78}" type="sibTrans" cxnId="{63197917-1939-4542-AE2C-6728FE30DF9C}">
      <dgm:prSet/>
      <dgm:spPr/>
      <dgm:t>
        <a:bodyPr/>
        <a:lstStyle/>
        <a:p>
          <a:endParaRPr lang="en-US"/>
        </a:p>
      </dgm:t>
    </dgm:pt>
    <dgm:pt modelId="{ECFF86F2-ACDB-1C41-BB33-0F4175789ECF}">
      <dgm:prSet phldrT="[Text]"/>
      <dgm:spPr/>
      <dgm:t>
        <a:bodyPr/>
        <a:lstStyle/>
        <a:p>
          <a:r>
            <a:rPr lang="en-US" dirty="0"/>
            <a:t>REVOKE</a:t>
          </a:r>
        </a:p>
      </dgm:t>
    </dgm:pt>
    <dgm:pt modelId="{386125A1-7F27-1742-B585-D98499896BD1}" type="parTrans" cxnId="{23DF35BC-2A41-0141-A3C5-830139982136}">
      <dgm:prSet/>
      <dgm:spPr/>
      <dgm:t>
        <a:bodyPr/>
        <a:lstStyle/>
        <a:p>
          <a:endParaRPr lang="en-US"/>
        </a:p>
      </dgm:t>
    </dgm:pt>
    <dgm:pt modelId="{7E827FDB-7EFF-0543-8730-C03B86DEA8AF}" type="sibTrans" cxnId="{23DF35BC-2A41-0141-A3C5-830139982136}">
      <dgm:prSet/>
      <dgm:spPr/>
      <dgm:t>
        <a:bodyPr/>
        <a:lstStyle/>
        <a:p>
          <a:endParaRPr lang="en-US"/>
        </a:p>
      </dgm:t>
    </dgm:pt>
    <dgm:pt modelId="{A5A6E2F3-24F2-1842-ACA2-39B78A082612}">
      <dgm:prSet phldrT="[Text]" custT="1"/>
      <dgm:spPr/>
      <dgm:t>
        <a:bodyPr/>
        <a:lstStyle/>
        <a:p>
          <a:r>
            <a:rPr lang="en-US" sz="1400" dirty="0"/>
            <a:t>Transaction Control Language (TCL)</a:t>
          </a:r>
        </a:p>
      </dgm:t>
    </dgm:pt>
    <dgm:pt modelId="{05D7A6FB-21CE-FF4B-99D0-609E81777146}" type="parTrans" cxnId="{ED5454F8-7547-C543-8295-766C589D8798}">
      <dgm:prSet/>
      <dgm:spPr/>
      <dgm:t>
        <a:bodyPr/>
        <a:lstStyle/>
        <a:p>
          <a:endParaRPr lang="en-US"/>
        </a:p>
      </dgm:t>
    </dgm:pt>
    <dgm:pt modelId="{1EE22DC2-11FF-2841-82FF-3F6C53996A5D}" type="sibTrans" cxnId="{ED5454F8-7547-C543-8295-766C589D8798}">
      <dgm:prSet/>
      <dgm:spPr/>
      <dgm:t>
        <a:bodyPr/>
        <a:lstStyle/>
        <a:p>
          <a:endParaRPr lang="en-US"/>
        </a:p>
      </dgm:t>
    </dgm:pt>
    <dgm:pt modelId="{8FAC6621-EBA0-F142-A8D5-A2DC5E39F64B}">
      <dgm:prSet phldrT="[Text]"/>
      <dgm:spPr/>
      <dgm:t>
        <a:bodyPr/>
        <a:lstStyle/>
        <a:p>
          <a:r>
            <a:rPr lang="en-US" dirty="0"/>
            <a:t>COMMIT</a:t>
          </a:r>
        </a:p>
      </dgm:t>
    </dgm:pt>
    <dgm:pt modelId="{81F6FFC9-E999-0F4E-9F05-CB44155A6472}" type="parTrans" cxnId="{F9ACD6A8-79CE-034D-B43F-7B12D64CF2B4}">
      <dgm:prSet/>
      <dgm:spPr/>
      <dgm:t>
        <a:bodyPr/>
        <a:lstStyle/>
        <a:p>
          <a:endParaRPr lang="en-US"/>
        </a:p>
      </dgm:t>
    </dgm:pt>
    <dgm:pt modelId="{BC71E3DA-EA50-2B43-B1A8-D1D581B232D7}" type="sibTrans" cxnId="{F9ACD6A8-79CE-034D-B43F-7B12D64CF2B4}">
      <dgm:prSet/>
      <dgm:spPr/>
      <dgm:t>
        <a:bodyPr/>
        <a:lstStyle/>
        <a:p>
          <a:endParaRPr lang="en-US"/>
        </a:p>
      </dgm:t>
    </dgm:pt>
    <dgm:pt modelId="{9580FE6D-B13D-EB4C-982B-9687FBE5D435}">
      <dgm:prSet phldrT="[Text]"/>
      <dgm:spPr/>
      <dgm:t>
        <a:bodyPr/>
        <a:lstStyle/>
        <a:p>
          <a:r>
            <a:rPr lang="en-US" dirty="0"/>
            <a:t>ROLLBACK</a:t>
          </a:r>
        </a:p>
      </dgm:t>
    </dgm:pt>
    <dgm:pt modelId="{B79F7FE5-A45F-D741-A6CF-EDBD432E68D0}" type="parTrans" cxnId="{CA76E6C2-F8EE-9E43-B3BE-42B37FC3F1EA}">
      <dgm:prSet/>
      <dgm:spPr/>
      <dgm:t>
        <a:bodyPr/>
        <a:lstStyle/>
        <a:p>
          <a:endParaRPr lang="en-US"/>
        </a:p>
      </dgm:t>
    </dgm:pt>
    <dgm:pt modelId="{8E932F70-BF31-4D4B-A293-D90CF8281DF9}" type="sibTrans" cxnId="{CA76E6C2-F8EE-9E43-B3BE-42B37FC3F1EA}">
      <dgm:prSet/>
      <dgm:spPr/>
      <dgm:t>
        <a:bodyPr/>
        <a:lstStyle/>
        <a:p>
          <a:endParaRPr lang="en-US"/>
        </a:p>
      </dgm:t>
    </dgm:pt>
    <dgm:pt modelId="{E3304109-1909-E241-B7F0-BD08D22902B6}" type="pres">
      <dgm:prSet presAssocID="{53B3BEA2-9383-434E-BB50-44C0C3B09208}" presName="list" presStyleCnt="0">
        <dgm:presLayoutVars>
          <dgm:dir/>
          <dgm:animLvl val="lvl"/>
        </dgm:presLayoutVars>
      </dgm:prSet>
      <dgm:spPr/>
    </dgm:pt>
    <dgm:pt modelId="{F9015329-53B9-3D4D-A236-B972DE2CB6F7}" type="pres">
      <dgm:prSet presAssocID="{59785CB9-8702-B643-B969-B21DE8AE01E4}" presName="posSpace" presStyleCnt="0"/>
      <dgm:spPr/>
    </dgm:pt>
    <dgm:pt modelId="{1018AC86-F86D-3F46-AE8E-9EEE8DBBF528}" type="pres">
      <dgm:prSet presAssocID="{59785CB9-8702-B643-B969-B21DE8AE01E4}" presName="vertFlow" presStyleCnt="0"/>
      <dgm:spPr/>
    </dgm:pt>
    <dgm:pt modelId="{25506773-4C01-D649-8687-5E52D63A9907}" type="pres">
      <dgm:prSet presAssocID="{59785CB9-8702-B643-B969-B21DE8AE01E4}" presName="topSpace" presStyleCnt="0"/>
      <dgm:spPr/>
    </dgm:pt>
    <dgm:pt modelId="{5FE6ACE0-161B-5F43-AB1B-748875CEDE1F}" type="pres">
      <dgm:prSet presAssocID="{59785CB9-8702-B643-B969-B21DE8AE01E4}" presName="firstComp" presStyleCnt="0"/>
      <dgm:spPr/>
    </dgm:pt>
    <dgm:pt modelId="{3BC8FB4E-AC77-FD44-BB6A-7F0A088375A7}" type="pres">
      <dgm:prSet presAssocID="{59785CB9-8702-B643-B969-B21DE8AE01E4}" presName="firstChild" presStyleLbl="bgAccFollowNode1" presStyleIdx="0" presStyleCnt="12"/>
      <dgm:spPr/>
    </dgm:pt>
    <dgm:pt modelId="{696CFA67-2EBE-E54F-B13A-45E37280E64F}" type="pres">
      <dgm:prSet presAssocID="{59785CB9-8702-B643-B969-B21DE8AE01E4}" presName="firstChildTx" presStyleLbl="bgAccFollowNode1" presStyleIdx="0" presStyleCnt="12">
        <dgm:presLayoutVars>
          <dgm:bulletEnabled val="1"/>
        </dgm:presLayoutVars>
      </dgm:prSet>
      <dgm:spPr/>
    </dgm:pt>
    <dgm:pt modelId="{82DC1DFC-05E0-ED4F-A98E-C39C379A4CE4}" type="pres">
      <dgm:prSet presAssocID="{FF9BE6C9-2322-9447-BD53-B7F44221CCB1}" presName="comp" presStyleCnt="0"/>
      <dgm:spPr/>
    </dgm:pt>
    <dgm:pt modelId="{BC87A587-4407-224C-A675-FBFECD59BA24}" type="pres">
      <dgm:prSet presAssocID="{FF9BE6C9-2322-9447-BD53-B7F44221CCB1}" presName="child" presStyleLbl="bgAccFollowNode1" presStyleIdx="1" presStyleCnt="12"/>
      <dgm:spPr/>
    </dgm:pt>
    <dgm:pt modelId="{911494B6-B8D9-D04D-B598-1CDC52532321}" type="pres">
      <dgm:prSet presAssocID="{FF9BE6C9-2322-9447-BD53-B7F44221CCB1}" presName="childTx" presStyleLbl="bgAccFollowNode1" presStyleIdx="1" presStyleCnt="12">
        <dgm:presLayoutVars>
          <dgm:bulletEnabled val="1"/>
        </dgm:presLayoutVars>
      </dgm:prSet>
      <dgm:spPr/>
    </dgm:pt>
    <dgm:pt modelId="{C7000A3D-35C2-0441-BB36-EC47A586895A}" type="pres">
      <dgm:prSet presAssocID="{4E8FD8D2-19CF-244B-8E8B-629B1FF79FEA}" presName="comp" presStyleCnt="0"/>
      <dgm:spPr/>
    </dgm:pt>
    <dgm:pt modelId="{FB0FB4D5-407A-1146-9F2A-A99234B925FE}" type="pres">
      <dgm:prSet presAssocID="{4E8FD8D2-19CF-244B-8E8B-629B1FF79FEA}" presName="child" presStyleLbl="bgAccFollowNode1" presStyleIdx="2" presStyleCnt="12"/>
      <dgm:spPr/>
    </dgm:pt>
    <dgm:pt modelId="{F3CE7CCD-7E76-B949-85F8-501B8D7FED25}" type="pres">
      <dgm:prSet presAssocID="{4E8FD8D2-19CF-244B-8E8B-629B1FF79FEA}" presName="childTx" presStyleLbl="bgAccFollowNode1" presStyleIdx="2" presStyleCnt="12">
        <dgm:presLayoutVars>
          <dgm:bulletEnabled val="1"/>
        </dgm:presLayoutVars>
      </dgm:prSet>
      <dgm:spPr/>
    </dgm:pt>
    <dgm:pt modelId="{187A8C56-9F4A-1A4F-8654-82B6AB48D012}" type="pres">
      <dgm:prSet presAssocID="{5090E058-4F9E-3D49-B327-FBB36EABF39A}" presName="comp" presStyleCnt="0"/>
      <dgm:spPr/>
    </dgm:pt>
    <dgm:pt modelId="{066A9F5F-0E79-3748-9949-AD554B0A2253}" type="pres">
      <dgm:prSet presAssocID="{5090E058-4F9E-3D49-B327-FBB36EABF39A}" presName="child" presStyleLbl="bgAccFollowNode1" presStyleIdx="3" presStyleCnt="12"/>
      <dgm:spPr/>
    </dgm:pt>
    <dgm:pt modelId="{5D32E250-61B3-264A-AB6B-0D07ED5FDE67}" type="pres">
      <dgm:prSet presAssocID="{5090E058-4F9E-3D49-B327-FBB36EABF39A}" presName="childTx" presStyleLbl="bgAccFollowNode1" presStyleIdx="3" presStyleCnt="12">
        <dgm:presLayoutVars>
          <dgm:bulletEnabled val="1"/>
        </dgm:presLayoutVars>
      </dgm:prSet>
      <dgm:spPr/>
    </dgm:pt>
    <dgm:pt modelId="{917D6D0F-C295-5546-B593-D2BA355C011A}" type="pres">
      <dgm:prSet presAssocID="{59785CB9-8702-B643-B969-B21DE8AE01E4}" presName="negSpace" presStyleCnt="0"/>
      <dgm:spPr/>
    </dgm:pt>
    <dgm:pt modelId="{F4D003EA-EE60-144A-A50A-AEA5A7CEBA52}" type="pres">
      <dgm:prSet presAssocID="{59785CB9-8702-B643-B969-B21DE8AE01E4}" presName="circle" presStyleLbl="node1" presStyleIdx="0" presStyleCnt="4" custScaleX="149707" custScaleY="149707" custLinFactNeighborX="-29995"/>
      <dgm:spPr/>
    </dgm:pt>
    <dgm:pt modelId="{FAC9924A-F422-9F4A-B1C0-7F61C7C515C1}" type="pres">
      <dgm:prSet presAssocID="{F65115BD-AF63-0B41-AFB2-0F06C457148E}" presName="transSpace" presStyleCnt="0"/>
      <dgm:spPr/>
    </dgm:pt>
    <dgm:pt modelId="{8AE7794E-15FA-BC40-BE4E-7407D4068AC4}" type="pres">
      <dgm:prSet presAssocID="{0303EC2F-A319-C244-8D4B-20A572799C63}" presName="posSpace" presStyleCnt="0"/>
      <dgm:spPr/>
    </dgm:pt>
    <dgm:pt modelId="{2D8A3851-36FC-B747-9232-21786BE5B70E}" type="pres">
      <dgm:prSet presAssocID="{0303EC2F-A319-C244-8D4B-20A572799C63}" presName="vertFlow" presStyleCnt="0"/>
      <dgm:spPr/>
    </dgm:pt>
    <dgm:pt modelId="{8A79B070-ED6F-E74A-9677-5F863C0182DA}" type="pres">
      <dgm:prSet presAssocID="{0303EC2F-A319-C244-8D4B-20A572799C63}" presName="topSpace" presStyleCnt="0"/>
      <dgm:spPr/>
    </dgm:pt>
    <dgm:pt modelId="{51C0E2BB-9B71-8443-88E5-83CFE23A2C9D}" type="pres">
      <dgm:prSet presAssocID="{0303EC2F-A319-C244-8D4B-20A572799C63}" presName="firstComp" presStyleCnt="0"/>
      <dgm:spPr/>
    </dgm:pt>
    <dgm:pt modelId="{1710B7A7-905D-A946-8690-5AB0D7885F1C}" type="pres">
      <dgm:prSet presAssocID="{0303EC2F-A319-C244-8D4B-20A572799C63}" presName="firstChild" presStyleLbl="bgAccFollowNode1" presStyleIdx="4" presStyleCnt="12"/>
      <dgm:spPr/>
    </dgm:pt>
    <dgm:pt modelId="{E058827C-BA0F-2C41-84A4-CC9C726621FA}" type="pres">
      <dgm:prSet presAssocID="{0303EC2F-A319-C244-8D4B-20A572799C63}" presName="firstChildTx" presStyleLbl="bgAccFollowNode1" presStyleIdx="4" presStyleCnt="12">
        <dgm:presLayoutVars>
          <dgm:bulletEnabled val="1"/>
        </dgm:presLayoutVars>
      </dgm:prSet>
      <dgm:spPr/>
    </dgm:pt>
    <dgm:pt modelId="{952DA4E5-52A0-8D4E-A489-B0AD6676F3D9}" type="pres">
      <dgm:prSet presAssocID="{1688484A-1345-E643-930D-C9EE5B804DBB}" presName="comp" presStyleCnt="0"/>
      <dgm:spPr/>
    </dgm:pt>
    <dgm:pt modelId="{3CE5337E-8F0C-864B-8A8E-4C27FA1C07CF}" type="pres">
      <dgm:prSet presAssocID="{1688484A-1345-E643-930D-C9EE5B804DBB}" presName="child" presStyleLbl="bgAccFollowNode1" presStyleIdx="5" presStyleCnt="12"/>
      <dgm:spPr/>
    </dgm:pt>
    <dgm:pt modelId="{4DA2B1CF-C732-C742-B6ED-A20075438D7D}" type="pres">
      <dgm:prSet presAssocID="{1688484A-1345-E643-930D-C9EE5B804DBB}" presName="childTx" presStyleLbl="bgAccFollowNode1" presStyleIdx="5" presStyleCnt="12">
        <dgm:presLayoutVars>
          <dgm:bulletEnabled val="1"/>
        </dgm:presLayoutVars>
      </dgm:prSet>
      <dgm:spPr/>
    </dgm:pt>
    <dgm:pt modelId="{F4F599E9-D443-FF4E-B310-DCD40D079D51}" type="pres">
      <dgm:prSet presAssocID="{95BAC54F-3E17-EB4F-9F6D-A75C260D0099}" presName="comp" presStyleCnt="0"/>
      <dgm:spPr/>
    </dgm:pt>
    <dgm:pt modelId="{41ED4C4C-DEB2-3342-8887-E951F92FC14D}" type="pres">
      <dgm:prSet presAssocID="{95BAC54F-3E17-EB4F-9F6D-A75C260D0099}" presName="child" presStyleLbl="bgAccFollowNode1" presStyleIdx="6" presStyleCnt="12"/>
      <dgm:spPr/>
    </dgm:pt>
    <dgm:pt modelId="{777A75DF-6291-5048-BF3C-ADDA8B594444}" type="pres">
      <dgm:prSet presAssocID="{95BAC54F-3E17-EB4F-9F6D-A75C260D0099}" presName="childTx" presStyleLbl="bgAccFollowNode1" presStyleIdx="6" presStyleCnt="12">
        <dgm:presLayoutVars>
          <dgm:bulletEnabled val="1"/>
        </dgm:presLayoutVars>
      </dgm:prSet>
      <dgm:spPr/>
    </dgm:pt>
    <dgm:pt modelId="{B72E0FB0-D6AD-D44F-933C-1644A156CA9C}" type="pres">
      <dgm:prSet presAssocID="{0F3CAB3F-4983-B147-8D8E-E7BE38E10980}" presName="comp" presStyleCnt="0"/>
      <dgm:spPr/>
    </dgm:pt>
    <dgm:pt modelId="{6F5D4AEA-2218-4A46-8B9B-784A83EC74CF}" type="pres">
      <dgm:prSet presAssocID="{0F3CAB3F-4983-B147-8D8E-E7BE38E10980}" presName="child" presStyleLbl="bgAccFollowNode1" presStyleIdx="7" presStyleCnt="12"/>
      <dgm:spPr/>
    </dgm:pt>
    <dgm:pt modelId="{1A397BF5-56BB-8247-AB0D-27190FA8A73D}" type="pres">
      <dgm:prSet presAssocID="{0F3CAB3F-4983-B147-8D8E-E7BE38E10980}" presName="childTx" presStyleLbl="bgAccFollowNode1" presStyleIdx="7" presStyleCnt="12">
        <dgm:presLayoutVars>
          <dgm:bulletEnabled val="1"/>
        </dgm:presLayoutVars>
      </dgm:prSet>
      <dgm:spPr/>
    </dgm:pt>
    <dgm:pt modelId="{04ABE57A-FE12-8140-A0DF-62E8ADDBB955}" type="pres">
      <dgm:prSet presAssocID="{0303EC2F-A319-C244-8D4B-20A572799C63}" presName="negSpace" presStyleCnt="0"/>
      <dgm:spPr/>
    </dgm:pt>
    <dgm:pt modelId="{4D22D2C9-73AA-A84A-A72B-734E91A5751C}" type="pres">
      <dgm:prSet presAssocID="{0303EC2F-A319-C244-8D4B-20A572799C63}" presName="circle" presStyleLbl="node1" presStyleIdx="1" presStyleCnt="4" custScaleX="149707" custScaleY="149707" custLinFactNeighborX="-32445"/>
      <dgm:spPr/>
    </dgm:pt>
    <dgm:pt modelId="{7DF7197C-78FE-5741-BEF1-1F894C2425DC}" type="pres">
      <dgm:prSet presAssocID="{76843C58-03F7-F94E-9773-3DDC22237069}" presName="transSpace" presStyleCnt="0"/>
      <dgm:spPr/>
    </dgm:pt>
    <dgm:pt modelId="{1FC3DB1D-2535-FC4B-B349-E6F92D5C834F}" type="pres">
      <dgm:prSet presAssocID="{A8D8100E-1EEA-9C4A-BE00-11B113D42A5C}" presName="posSpace" presStyleCnt="0"/>
      <dgm:spPr/>
    </dgm:pt>
    <dgm:pt modelId="{B6192979-91AD-DB43-AD5E-D5A708AFD34B}" type="pres">
      <dgm:prSet presAssocID="{A8D8100E-1EEA-9C4A-BE00-11B113D42A5C}" presName="vertFlow" presStyleCnt="0"/>
      <dgm:spPr/>
    </dgm:pt>
    <dgm:pt modelId="{6E215635-7332-2346-8F40-9141BE9B9728}" type="pres">
      <dgm:prSet presAssocID="{A8D8100E-1EEA-9C4A-BE00-11B113D42A5C}" presName="topSpace" presStyleCnt="0"/>
      <dgm:spPr/>
    </dgm:pt>
    <dgm:pt modelId="{43B1C7FC-4BE5-2844-A1D3-EEE79D7C45A5}" type="pres">
      <dgm:prSet presAssocID="{A8D8100E-1EEA-9C4A-BE00-11B113D42A5C}" presName="firstComp" presStyleCnt="0"/>
      <dgm:spPr/>
    </dgm:pt>
    <dgm:pt modelId="{9E88EC52-C7BF-234D-A4BD-66C095F28E70}" type="pres">
      <dgm:prSet presAssocID="{A8D8100E-1EEA-9C4A-BE00-11B113D42A5C}" presName="firstChild" presStyleLbl="bgAccFollowNode1" presStyleIdx="8" presStyleCnt="12"/>
      <dgm:spPr/>
    </dgm:pt>
    <dgm:pt modelId="{D2EC836A-DFA6-9B47-A42C-71877B724304}" type="pres">
      <dgm:prSet presAssocID="{A8D8100E-1EEA-9C4A-BE00-11B113D42A5C}" presName="firstChildTx" presStyleLbl="bgAccFollowNode1" presStyleIdx="8" presStyleCnt="12">
        <dgm:presLayoutVars>
          <dgm:bulletEnabled val="1"/>
        </dgm:presLayoutVars>
      </dgm:prSet>
      <dgm:spPr/>
    </dgm:pt>
    <dgm:pt modelId="{E21BEE8E-B04B-664F-B5CA-7B0A07CFE6D6}" type="pres">
      <dgm:prSet presAssocID="{ECFF86F2-ACDB-1C41-BB33-0F4175789ECF}" presName="comp" presStyleCnt="0"/>
      <dgm:spPr/>
    </dgm:pt>
    <dgm:pt modelId="{89969CBD-CB26-C64D-83D6-2ADC24D06312}" type="pres">
      <dgm:prSet presAssocID="{ECFF86F2-ACDB-1C41-BB33-0F4175789ECF}" presName="child" presStyleLbl="bgAccFollowNode1" presStyleIdx="9" presStyleCnt="12"/>
      <dgm:spPr/>
    </dgm:pt>
    <dgm:pt modelId="{E914367D-E612-A74E-A433-CDAFCA1FECAD}" type="pres">
      <dgm:prSet presAssocID="{ECFF86F2-ACDB-1C41-BB33-0F4175789ECF}" presName="childTx" presStyleLbl="bgAccFollowNode1" presStyleIdx="9" presStyleCnt="12">
        <dgm:presLayoutVars>
          <dgm:bulletEnabled val="1"/>
        </dgm:presLayoutVars>
      </dgm:prSet>
      <dgm:spPr/>
    </dgm:pt>
    <dgm:pt modelId="{7B25DCC0-4C7A-154D-A7A7-8AB5DABDAE05}" type="pres">
      <dgm:prSet presAssocID="{A8D8100E-1EEA-9C4A-BE00-11B113D42A5C}" presName="negSpace" presStyleCnt="0"/>
      <dgm:spPr/>
    </dgm:pt>
    <dgm:pt modelId="{5115F452-60CE-814C-9EE0-34E495D94954}" type="pres">
      <dgm:prSet presAssocID="{A8D8100E-1EEA-9C4A-BE00-11B113D42A5C}" presName="circle" presStyleLbl="node1" presStyleIdx="2" presStyleCnt="4" custScaleX="149589" custScaleY="149707" custLinFactNeighborX="-34299"/>
      <dgm:spPr/>
    </dgm:pt>
    <dgm:pt modelId="{D3E50B9F-C8D5-6D4E-9770-E16B82E1A09E}" type="pres">
      <dgm:prSet presAssocID="{0EC63EC8-2344-EA40-917D-4C43FECB53C9}" presName="transSpace" presStyleCnt="0"/>
      <dgm:spPr/>
    </dgm:pt>
    <dgm:pt modelId="{55F5F476-7BC5-4D49-B670-A0CDE37807CD}" type="pres">
      <dgm:prSet presAssocID="{A5A6E2F3-24F2-1842-ACA2-39B78A082612}" presName="posSpace" presStyleCnt="0"/>
      <dgm:spPr/>
    </dgm:pt>
    <dgm:pt modelId="{617BBFE6-C7F8-0E4A-A885-BACB43F10190}" type="pres">
      <dgm:prSet presAssocID="{A5A6E2F3-24F2-1842-ACA2-39B78A082612}" presName="vertFlow" presStyleCnt="0"/>
      <dgm:spPr/>
    </dgm:pt>
    <dgm:pt modelId="{DD84904D-B06E-FD48-88AC-232A9BC466E6}" type="pres">
      <dgm:prSet presAssocID="{A5A6E2F3-24F2-1842-ACA2-39B78A082612}" presName="topSpace" presStyleCnt="0"/>
      <dgm:spPr/>
    </dgm:pt>
    <dgm:pt modelId="{63604FF6-2987-6447-BB59-86793B277873}" type="pres">
      <dgm:prSet presAssocID="{A5A6E2F3-24F2-1842-ACA2-39B78A082612}" presName="firstComp" presStyleCnt="0"/>
      <dgm:spPr/>
    </dgm:pt>
    <dgm:pt modelId="{9817174C-E077-8D4B-A868-65AE166EC9B6}" type="pres">
      <dgm:prSet presAssocID="{A5A6E2F3-24F2-1842-ACA2-39B78A082612}" presName="firstChild" presStyleLbl="bgAccFollowNode1" presStyleIdx="10" presStyleCnt="12"/>
      <dgm:spPr/>
    </dgm:pt>
    <dgm:pt modelId="{94042726-7E79-0A47-B8BF-D6483C62F9FC}" type="pres">
      <dgm:prSet presAssocID="{A5A6E2F3-24F2-1842-ACA2-39B78A082612}" presName="firstChildTx" presStyleLbl="bgAccFollowNode1" presStyleIdx="10" presStyleCnt="12">
        <dgm:presLayoutVars>
          <dgm:bulletEnabled val="1"/>
        </dgm:presLayoutVars>
      </dgm:prSet>
      <dgm:spPr/>
    </dgm:pt>
    <dgm:pt modelId="{C2BC82CA-D391-F248-A3D2-C72C992D7C73}" type="pres">
      <dgm:prSet presAssocID="{9580FE6D-B13D-EB4C-982B-9687FBE5D435}" presName="comp" presStyleCnt="0"/>
      <dgm:spPr/>
    </dgm:pt>
    <dgm:pt modelId="{B373C7FD-67C2-6F42-84DA-0A96DBB93A5A}" type="pres">
      <dgm:prSet presAssocID="{9580FE6D-B13D-EB4C-982B-9687FBE5D435}" presName="child" presStyleLbl="bgAccFollowNode1" presStyleIdx="11" presStyleCnt="12"/>
      <dgm:spPr/>
    </dgm:pt>
    <dgm:pt modelId="{D185878E-D63E-5C47-A100-EFF40FFE53D7}" type="pres">
      <dgm:prSet presAssocID="{9580FE6D-B13D-EB4C-982B-9687FBE5D435}" presName="childTx" presStyleLbl="bgAccFollowNode1" presStyleIdx="11" presStyleCnt="12">
        <dgm:presLayoutVars>
          <dgm:bulletEnabled val="1"/>
        </dgm:presLayoutVars>
      </dgm:prSet>
      <dgm:spPr/>
    </dgm:pt>
    <dgm:pt modelId="{7D939657-40BA-CE4D-A793-47EF0F45FE95}" type="pres">
      <dgm:prSet presAssocID="{A5A6E2F3-24F2-1842-ACA2-39B78A082612}" presName="negSpace" presStyleCnt="0"/>
      <dgm:spPr/>
    </dgm:pt>
    <dgm:pt modelId="{F50C8E34-CE3F-D245-B4F4-42FE1805A04A}" type="pres">
      <dgm:prSet presAssocID="{A5A6E2F3-24F2-1842-ACA2-39B78A082612}" presName="circle" presStyleLbl="node1" presStyleIdx="3" presStyleCnt="4" custScaleX="153218" custScaleY="153218" custLinFactNeighborX="-22989"/>
      <dgm:spPr/>
    </dgm:pt>
  </dgm:ptLst>
  <dgm:cxnLst>
    <dgm:cxn modelId="{65947203-ADD0-2749-9F7E-A09B3B6DF3F3}" srcId="{0303EC2F-A319-C244-8D4B-20A572799C63}" destId="{6DFBE395-C8CF-4441-A6EE-97065A0A185D}" srcOrd="0" destOrd="0" parTransId="{9AE0F1C6-13DE-8C44-A754-20AA1E567D67}" sibTransId="{0ECB56FF-961F-5344-80E9-AC55CF978A56}"/>
    <dgm:cxn modelId="{BC3EA514-64B4-1E42-A782-C3A6435D2140}" type="presOf" srcId="{0F3CAB3F-4983-B147-8D8E-E7BE38E10980}" destId="{1A397BF5-56BB-8247-AB0D-27190FA8A73D}" srcOrd="1" destOrd="0" presId="urn:microsoft.com/office/officeart/2005/8/layout/hList9"/>
    <dgm:cxn modelId="{63197917-1939-4542-AE2C-6728FE30DF9C}" srcId="{A8D8100E-1EEA-9C4A-BE00-11B113D42A5C}" destId="{09A79946-BEF4-944E-9C2A-B63C41A8705D}" srcOrd="0" destOrd="0" parTransId="{DB71E622-589B-1E48-958C-721EB0BABA02}" sibTransId="{3464E8E0-014E-9F45-87EF-7825A30EBB78}"/>
    <dgm:cxn modelId="{5ADA711A-FCDB-AF4C-9E37-51C12C98AF64}" type="presOf" srcId="{6DFBE395-C8CF-4441-A6EE-97065A0A185D}" destId="{E058827C-BA0F-2C41-84A4-CC9C726621FA}" srcOrd="1" destOrd="0" presId="urn:microsoft.com/office/officeart/2005/8/layout/hList9"/>
    <dgm:cxn modelId="{60CF561E-D373-B146-AE7C-3FA93DFFBC0D}" srcId="{53B3BEA2-9383-434E-BB50-44C0C3B09208}" destId="{0303EC2F-A319-C244-8D4B-20A572799C63}" srcOrd="1" destOrd="0" parTransId="{18B45870-20B2-5D42-AFCC-E05DEDAF49F2}" sibTransId="{76843C58-03F7-F94E-9773-3DDC22237069}"/>
    <dgm:cxn modelId="{E2CF6023-1EFD-FD4F-AD3D-681F5F915A12}" type="presOf" srcId="{ECFF86F2-ACDB-1C41-BB33-0F4175789ECF}" destId="{89969CBD-CB26-C64D-83D6-2ADC24D06312}" srcOrd="0" destOrd="0" presId="urn:microsoft.com/office/officeart/2005/8/layout/hList9"/>
    <dgm:cxn modelId="{D1FECB24-07DF-4042-A465-920E9BA3B64C}" type="presOf" srcId="{0F3CAB3F-4983-B147-8D8E-E7BE38E10980}" destId="{6F5D4AEA-2218-4A46-8B9B-784A83EC74CF}" srcOrd="0" destOrd="0" presId="urn:microsoft.com/office/officeart/2005/8/layout/hList9"/>
    <dgm:cxn modelId="{90CF3E26-B782-D148-BF45-D2DD78620D45}" type="presOf" srcId="{8FAC6621-EBA0-F142-A8D5-A2DC5E39F64B}" destId="{94042726-7E79-0A47-B8BF-D6483C62F9FC}" srcOrd="1" destOrd="0" presId="urn:microsoft.com/office/officeart/2005/8/layout/hList9"/>
    <dgm:cxn modelId="{860B6936-077D-5444-8E12-C3F653E550E5}" srcId="{59785CB9-8702-B643-B969-B21DE8AE01E4}" destId="{FF9BE6C9-2322-9447-BD53-B7F44221CCB1}" srcOrd="1" destOrd="0" parTransId="{0D9F6199-BF8D-CD43-98D7-0E6466579412}" sibTransId="{05D6604F-1CFF-AF41-8282-427CC3CAB4C7}"/>
    <dgm:cxn modelId="{78775F37-DD6B-5D4B-A60F-61D67608D220}" type="presOf" srcId="{53B3BEA2-9383-434E-BB50-44C0C3B09208}" destId="{E3304109-1909-E241-B7F0-BD08D22902B6}" srcOrd="0" destOrd="0" presId="urn:microsoft.com/office/officeart/2005/8/layout/hList9"/>
    <dgm:cxn modelId="{C6076039-8561-1348-AB16-835DB37BFC93}" srcId="{0303EC2F-A319-C244-8D4B-20A572799C63}" destId="{1688484A-1345-E643-930D-C9EE5B804DBB}" srcOrd="1" destOrd="0" parTransId="{24F3AB52-75EE-A141-939F-8375E473DCAA}" sibTransId="{35EE1A35-3B31-2147-8F13-E781A0896BD1}"/>
    <dgm:cxn modelId="{8F50B342-7C27-DF44-B2E7-F27526FAAA7B}" srcId="{53B3BEA2-9383-434E-BB50-44C0C3B09208}" destId="{A8D8100E-1EEA-9C4A-BE00-11B113D42A5C}" srcOrd="2" destOrd="0" parTransId="{D2CC6A43-5234-404F-9DD7-2F91C905D4B2}" sibTransId="{0EC63EC8-2344-EA40-917D-4C43FECB53C9}"/>
    <dgm:cxn modelId="{690AC258-CC23-2745-B799-EECECA8F1728}" srcId="{53B3BEA2-9383-434E-BB50-44C0C3B09208}" destId="{59785CB9-8702-B643-B969-B21DE8AE01E4}" srcOrd="0" destOrd="0" parTransId="{B2ADA643-FA9E-404A-9081-06A85D99FE48}" sibTransId="{F65115BD-AF63-0B41-AFB2-0F06C457148E}"/>
    <dgm:cxn modelId="{C0C5645E-806F-DB47-B4D3-A3805EDCEC4A}" type="presOf" srcId="{1688484A-1345-E643-930D-C9EE5B804DBB}" destId="{3CE5337E-8F0C-864B-8A8E-4C27FA1C07CF}" srcOrd="0" destOrd="0" presId="urn:microsoft.com/office/officeart/2005/8/layout/hList9"/>
    <dgm:cxn modelId="{9F7AF160-08D0-9C47-8B5A-275EDC10FA59}" srcId="{59785CB9-8702-B643-B969-B21DE8AE01E4}" destId="{5090E058-4F9E-3D49-B327-FBB36EABF39A}" srcOrd="3" destOrd="0" parTransId="{03E0FD84-D302-DA4C-9353-B5390F97E3BA}" sibTransId="{6E85B6D0-E226-0946-A7CF-DAAA802A420E}"/>
    <dgm:cxn modelId="{C8FF0E6F-D8E7-234B-8057-FD209C29E2BB}" srcId="{59785CB9-8702-B643-B969-B21DE8AE01E4}" destId="{4E8FD8D2-19CF-244B-8E8B-629B1FF79FEA}" srcOrd="2" destOrd="0" parTransId="{0C558C24-35EA-1543-8FF8-1CFCDF7A87ED}" sibTransId="{4D231FF9-35C4-5145-B4C9-FCF57CF63EA9}"/>
    <dgm:cxn modelId="{360A7976-7A96-B14F-8BB3-BFD48E8A0677}" type="presOf" srcId="{1688484A-1345-E643-930D-C9EE5B804DBB}" destId="{4DA2B1CF-C732-C742-B6ED-A20075438D7D}" srcOrd="1" destOrd="0" presId="urn:microsoft.com/office/officeart/2005/8/layout/hList9"/>
    <dgm:cxn modelId="{B778728B-EE9D-A44B-BF78-CB7B3AFA4D7E}" type="presOf" srcId="{5090E058-4F9E-3D49-B327-FBB36EABF39A}" destId="{5D32E250-61B3-264A-AB6B-0D07ED5FDE67}" srcOrd="1" destOrd="0" presId="urn:microsoft.com/office/officeart/2005/8/layout/hList9"/>
    <dgm:cxn modelId="{BB23758F-C850-2744-A923-7A1A1CB7E410}" type="presOf" srcId="{4E8FD8D2-19CF-244B-8E8B-629B1FF79FEA}" destId="{F3CE7CCD-7E76-B949-85F8-501B8D7FED25}" srcOrd="1" destOrd="0" presId="urn:microsoft.com/office/officeart/2005/8/layout/hList9"/>
    <dgm:cxn modelId="{F65E5594-A08B-AA41-9B05-DB0F01CD75E2}" type="presOf" srcId="{FF9BE6C9-2322-9447-BD53-B7F44221CCB1}" destId="{BC87A587-4407-224C-A675-FBFECD59BA24}" srcOrd="0" destOrd="0" presId="urn:microsoft.com/office/officeart/2005/8/layout/hList9"/>
    <dgm:cxn modelId="{0051C99B-40CA-DA49-92EF-EBF1D575BA6D}" type="presOf" srcId="{0303EC2F-A319-C244-8D4B-20A572799C63}" destId="{4D22D2C9-73AA-A84A-A72B-734E91A5751C}" srcOrd="0" destOrd="0" presId="urn:microsoft.com/office/officeart/2005/8/layout/hList9"/>
    <dgm:cxn modelId="{1DFA51A1-28EC-8044-B954-FE939637208F}" type="presOf" srcId="{95BAC54F-3E17-EB4F-9F6D-A75C260D0099}" destId="{777A75DF-6291-5048-BF3C-ADDA8B594444}" srcOrd="1" destOrd="0" presId="urn:microsoft.com/office/officeart/2005/8/layout/hList9"/>
    <dgm:cxn modelId="{AE861AA8-2627-D643-8435-60779E70896C}" type="presOf" srcId="{09A79946-BEF4-944E-9C2A-B63C41A8705D}" destId="{9E88EC52-C7BF-234D-A4BD-66C095F28E70}" srcOrd="0" destOrd="0" presId="urn:microsoft.com/office/officeart/2005/8/layout/hList9"/>
    <dgm:cxn modelId="{F9ACD6A8-79CE-034D-B43F-7B12D64CF2B4}" srcId="{A5A6E2F3-24F2-1842-ACA2-39B78A082612}" destId="{8FAC6621-EBA0-F142-A8D5-A2DC5E39F64B}" srcOrd="0" destOrd="0" parTransId="{81F6FFC9-E999-0F4E-9F05-CB44155A6472}" sibTransId="{BC71E3DA-EA50-2B43-B1A8-D1D581B232D7}"/>
    <dgm:cxn modelId="{978CCAAD-7F2F-1E43-8CCC-E0B22AA0040D}" type="presOf" srcId="{5090E058-4F9E-3D49-B327-FBB36EABF39A}" destId="{066A9F5F-0E79-3748-9949-AD554B0A2253}" srcOrd="0" destOrd="0" presId="urn:microsoft.com/office/officeart/2005/8/layout/hList9"/>
    <dgm:cxn modelId="{814590AE-DD21-8847-849A-C86533F231C1}" type="presOf" srcId="{0E87154C-2C7A-B247-AE31-5378A9C2AAA4}" destId="{696CFA67-2EBE-E54F-B13A-45E37280E64F}" srcOrd="1" destOrd="0" presId="urn:microsoft.com/office/officeart/2005/8/layout/hList9"/>
    <dgm:cxn modelId="{B23206B5-15AC-E444-9B75-B65CFFD31BB6}" type="presOf" srcId="{ECFF86F2-ACDB-1C41-BB33-0F4175789ECF}" destId="{E914367D-E612-A74E-A433-CDAFCA1FECAD}" srcOrd="1" destOrd="0" presId="urn:microsoft.com/office/officeart/2005/8/layout/hList9"/>
    <dgm:cxn modelId="{C93117B6-79C4-EA4F-8D87-EFE167429481}" type="presOf" srcId="{0E87154C-2C7A-B247-AE31-5378A9C2AAA4}" destId="{3BC8FB4E-AC77-FD44-BB6A-7F0A088375A7}" srcOrd="0" destOrd="0" presId="urn:microsoft.com/office/officeart/2005/8/layout/hList9"/>
    <dgm:cxn modelId="{23DF35BC-2A41-0141-A3C5-830139982136}" srcId="{A8D8100E-1EEA-9C4A-BE00-11B113D42A5C}" destId="{ECFF86F2-ACDB-1C41-BB33-0F4175789ECF}" srcOrd="1" destOrd="0" parTransId="{386125A1-7F27-1742-B585-D98499896BD1}" sibTransId="{7E827FDB-7EFF-0543-8730-C03B86DEA8AF}"/>
    <dgm:cxn modelId="{C6836DC0-7A30-9D4D-B812-DCA7CEC5B441}" srcId="{0303EC2F-A319-C244-8D4B-20A572799C63}" destId="{0F3CAB3F-4983-B147-8D8E-E7BE38E10980}" srcOrd="3" destOrd="0" parTransId="{104588C8-9796-314A-9BCF-A4675B694343}" sibTransId="{C62EF076-75E4-864D-8144-68C021CF9246}"/>
    <dgm:cxn modelId="{8B24D0C2-BF23-0A42-9E03-ED9B12B452B8}" type="presOf" srcId="{9580FE6D-B13D-EB4C-982B-9687FBE5D435}" destId="{D185878E-D63E-5C47-A100-EFF40FFE53D7}" srcOrd="1" destOrd="0" presId="urn:microsoft.com/office/officeart/2005/8/layout/hList9"/>
    <dgm:cxn modelId="{CA76E6C2-F8EE-9E43-B3BE-42B37FC3F1EA}" srcId="{A5A6E2F3-24F2-1842-ACA2-39B78A082612}" destId="{9580FE6D-B13D-EB4C-982B-9687FBE5D435}" srcOrd="1" destOrd="0" parTransId="{B79F7FE5-A45F-D741-A6CF-EDBD432E68D0}" sibTransId="{8E932F70-BF31-4D4B-A293-D90CF8281DF9}"/>
    <dgm:cxn modelId="{F6F9FEC4-720C-1342-9745-0755D0B297C9}" type="presOf" srcId="{59785CB9-8702-B643-B969-B21DE8AE01E4}" destId="{F4D003EA-EE60-144A-A50A-AEA5A7CEBA52}" srcOrd="0" destOrd="0" presId="urn:microsoft.com/office/officeart/2005/8/layout/hList9"/>
    <dgm:cxn modelId="{19F170C6-4B06-D248-A23B-D9FF7F9C87E2}" type="presOf" srcId="{09A79946-BEF4-944E-9C2A-B63C41A8705D}" destId="{D2EC836A-DFA6-9B47-A42C-71877B724304}" srcOrd="1" destOrd="0" presId="urn:microsoft.com/office/officeart/2005/8/layout/hList9"/>
    <dgm:cxn modelId="{BE86C8C9-769F-DA42-9121-75C8CA2069DC}" type="presOf" srcId="{A8D8100E-1EEA-9C4A-BE00-11B113D42A5C}" destId="{5115F452-60CE-814C-9EE0-34E495D94954}" srcOrd="0" destOrd="0" presId="urn:microsoft.com/office/officeart/2005/8/layout/hList9"/>
    <dgm:cxn modelId="{ECA457CD-246F-BC44-8FF9-08810ECE8D68}" srcId="{0303EC2F-A319-C244-8D4B-20A572799C63}" destId="{95BAC54F-3E17-EB4F-9F6D-A75C260D0099}" srcOrd="2" destOrd="0" parTransId="{816E77AC-3725-FC4F-849E-C7C45E06EE93}" sibTransId="{E3250094-F500-6741-9F40-F58ACCCD52BF}"/>
    <dgm:cxn modelId="{4014CAD3-FB3D-E544-AB22-BDFE278B2388}" type="presOf" srcId="{6DFBE395-C8CF-4441-A6EE-97065A0A185D}" destId="{1710B7A7-905D-A946-8690-5AB0D7885F1C}" srcOrd="0" destOrd="0" presId="urn:microsoft.com/office/officeart/2005/8/layout/hList9"/>
    <dgm:cxn modelId="{B02E95EB-07E9-5B42-B8B4-58CC96DD0CF4}" type="presOf" srcId="{9580FE6D-B13D-EB4C-982B-9687FBE5D435}" destId="{B373C7FD-67C2-6F42-84DA-0A96DBB93A5A}" srcOrd="0" destOrd="0" presId="urn:microsoft.com/office/officeart/2005/8/layout/hList9"/>
    <dgm:cxn modelId="{279ECCF5-332C-CE4D-8ACC-B89AD34B7595}" type="presOf" srcId="{4E8FD8D2-19CF-244B-8E8B-629B1FF79FEA}" destId="{FB0FB4D5-407A-1146-9F2A-A99234B925FE}" srcOrd="0" destOrd="0" presId="urn:microsoft.com/office/officeart/2005/8/layout/hList9"/>
    <dgm:cxn modelId="{BFF077F6-7391-944B-AB11-4427E07A6D9C}" type="presOf" srcId="{A5A6E2F3-24F2-1842-ACA2-39B78A082612}" destId="{F50C8E34-CE3F-D245-B4F4-42FE1805A04A}" srcOrd="0" destOrd="0" presId="urn:microsoft.com/office/officeart/2005/8/layout/hList9"/>
    <dgm:cxn modelId="{3D0ABCF6-5E3C-CB4F-A109-D9DF8566DD06}" type="presOf" srcId="{8FAC6621-EBA0-F142-A8D5-A2DC5E39F64B}" destId="{9817174C-E077-8D4B-A868-65AE166EC9B6}" srcOrd="0" destOrd="0" presId="urn:microsoft.com/office/officeart/2005/8/layout/hList9"/>
    <dgm:cxn modelId="{86B4C7F6-819D-FA4A-BE18-F5CF4E208594}" srcId="{59785CB9-8702-B643-B969-B21DE8AE01E4}" destId="{0E87154C-2C7A-B247-AE31-5378A9C2AAA4}" srcOrd="0" destOrd="0" parTransId="{0E9EA907-B961-6349-BB0C-6F8002D5C0DB}" sibTransId="{4807A39E-8C2C-FA46-9603-26C51751730F}"/>
    <dgm:cxn modelId="{974619F7-2A0E-3C44-83C7-32516DB47367}" type="presOf" srcId="{95BAC54F-3E17-EB4F-9F6D-A75C260D0099}" destId="{41ED4C4C-DEB2-3342-8887-E951F92FC14D}" srcOrd="0" destOrd="0" presId="urn:microsoft.com/office/officeart/2005/8/layout/hList9"/>
    <dgm:cxn modelId="{ED5454F8-7547-C543-8295-766C589D8798}" srcId="{53B3BEA2-9383-434E-BB50-44C0C3B09208}" destId="{A5A6E2F3-24F2-1842-ACA2-39B78A082612}" srcOrd="3" destOrd="0" parTransId="{05D7A6FB-21CE-FF4B-99D0-609E81777146}" sibTransId="{1EE22DC2-11FF-2841-82FF-3F6C53996A5D}"/>
    <dgm:cxn modelId="{24DE46FA-2DDE-E94C-9E03-2B2AC4650A83}" type="presOf" srcId="{FF9BE6C9-2322-9447-BD53-B7F44221CCB1}" destId="{911494B6-B8D9-D04D-B598-1CDC52532321}" srcOrd="1" destOrd="0" presId="urn:microsoft.com/office/officeart/2005/8/layout/hList9"/>
    <dgm:cxn modelId="{7D0998B1-C4B3-884E-A333-0C55A7142CBB}" type="presParOf" srcId="{E3304109-1909-E241-B7F0-BD08D22902B6}" destId="{F9015329-53B9-3D4D-A236-B972DE2CB6F7}" srcOrd="0" destOrd="0" presId="urn:microsoft.com/office/officeart/2005/8/layout/hList9"/>
    <dgm:cxn modelId="{DB9603FE-611D-354A-BA3A-DD8CB2BE5783}" type="presParOf" srcId="{E3304109-1909-E241-B7F0-BD08D22902B6}" destId="{1018AC86-F86D-3F46-AE8E-9EEE8DBBF528}" srcOrd="1" destOrd="0" presId="urn:microsoft.com/office/officeart/2005/8/layout/hList9"/>
    <dgm:cxn modelId="{70FADCD1-441C-A549-B852-3916E61C7C97}" type="presParOf" srcId="{1018AC86-F86D-3F46-AE8E-9EEE8DBBF528}" destId="{25506773-4C01-D649-8687-5E52D63A9907}" srcOrd="0" destOrd="0" presId="urn:microsoft.com/office/officeart/2005/8/layout/hList9"/>
    <dgm:cxn modelId="{04D0232D-4ED3-EF45-B88F-55EEB6815B58}" type="presParOf" srcId="{1018AC86-F86D-3F46-AE8E-9EEE8DBBF528}" destId="{5FE6ACE0-161B-5F43-AB1B-748875CEDE1F}" srcOrd="1" destOrd="0" presId="urn:microsoft.com/office/officeart/2005/8/layout/hList9"/>
    <dgm:cxn modelId="{54A019CA-53B7-1E4C-A41C-C488D93C3BB8}" type="presParOf" srcId="{5FE6ACE0-161B-5F43-AB1B-748875CEDE1F}" destId="{3BC8FB4E-AC77-FD44-BB6A-7F0A088375A7}" srcOrd="0" destOrd="0" presId="urn:microsoft.com/office/officeart/2005/8/layout/hList9"/>
    <dgm:cxn modelId="{BA45D4AC-C673-0D45-AC2D-CB08103182E7}" type="presParOf" srcId="{5FE6ACE0-161B-5F43-AB1B-748875CEDE1F}" destId="{696CFA67-2EBE-E54F-B13A-45E37280E64F}" srcOrd="1" destOrd="0" presId="urn:microsoft.com/office/officeart/2005/8/layout/hList9"/>
    <dgm:cxn modelId="{CC7A3D8B-BC6A-7F4C-93D8-DFF60F74B244}" type="presParOf" srcId="{1018AC86-F86D-3F46-AE8E-9EEE8DBBF528}" destId="{82DC1DFC-05E0-ED4F-A98E-C39C379A4CE4}" srcOrd="2" destOrd="0" presId="urn:microsoft.com/office/officeart/2005/8/layout/hList9"/>
    <dgm:cxn modelId="{B63143E4-70BA-934D-AD2A-B15B2857D990}" type="presParOf" srcId="{82DC1DFC-05E0-ED4F-A98E-C39C379A4CE4}" destId="{BC87A587-4407-224C-A675-FBFECD59BA24}" srcOrd="0" destOrd="0" presId="urn:microsoft.com/office/officeart/2005/8/layout/hList9"/>
    <dgm:cxn modelId="{8179AAA8-3AD2-6646-9545-1A9FDF88450B}" type="presParOf" srcId="{82DC1DFC-05E0-ED4F-A98E-C39C379A4CE4}" destId="{911494B6-B8D9-D04D-B598-1CDC52532321}" srcOrd="1" destOrd="0" presId="urn:microsoft.com/office/officeart/2005/8/layout/hList9"/>
    <dgm:cxn modelId="{453DFD50-E1A5-0349-A36C-F6CC13008B8B}" type="presParOf" srcId="{1018AC86-F86D-3F46-AE8E-9EEE8DBBF528}" destId="{C7000A3D-35C2-0441-BB36-EC47A586895A}" srcOrd="3" destOrd="0" presId="urn:microsoft.com/office/officeart/2005/8/layout/hList9"/>
    <dgm:cxn modelId="{EAB731FE-64A7-5443-8C97-742D611EBAE4}" type="presParOf" srcId="{C7000A3D-35C2-0441-BB36-EC47A586895A}" destId="{FB0FB4D5-407A-1146-9F2A-A99234B925FE}" srcOrd="0" destOrd="0" presId="urn:microsoft.com/office/officeart/2005/8/layout/hList9"/>
    <dgm:cxn modelId="{22C55306-5098-7F46-9CA4-68A0EF0C9A6D}" type="presParOf" srcId="{C7000A3D-35C2-0441-BB36-EC47A586895A}" destId="{F3CE7CCD-7E76-B949-85F8-501B8D7FED25}" srcOrd="1" destOrd="0" presId="urn:microsoft.com/office/officeart/2005/8/layout/hList9"/>
    <dgm:cxn modelId="{5F9992DE-F961-8049-8C50-D910AA5CDAB9}" type="presParOf" srcId="{1018AC86-F86D-3F46-AE8E-9EEE8DBBF528}" destId="{187A8C56-9F4A-1A4F-8654-82B6AB48D012}" srcOrd="4" destOrd="0" presId="urn:microsoft.com/office/officeart/2005/8/layout/hList9"/>
    <dgm:cxn modelId="{04D156EE-C0D7-334B-9917-9874F5D64B80}" type="presParOf" srcId="{187A8C56-9F4A-1A4F-8654-82B6AB48D012}" destId="{066A9F5F-0E79-3748-9949-AD554B0A2253}" srcOrd="0" destOrd="0" presId="urn:microsoft.com/office/officeart/2005/8/layout/hList9"/>
    <dgm:cxn modelId="{9E2B71FC-C70C-814F-9C2D-BEE631769210}" type="presParOf" srcId="{187A8C56-9F4A-1A4F-8654-82B6AB48D012}" destId="{5D32E250-61B3-264A-AB6B-0D07ED5FDE67}" srcOrd="1" destOrd="0" presId="urn:microsoft.com/office/officeart/2005/8/layout/hList9"/>
    <dgm:cxn modelId="{9D92AD47-AFDD-4C47-8C5A-D738F98A4F78}" type="presParOf" srcId="{E3304109-1909-E241-B7F0-BD08D22902B6}" destId="{917D6D0F-C295-5546-B593-D2BA355C011A}" srcOrd="2" destOrd="0" presId="urn:microsoft.com/office/officeart/2005/8/layout/hList9"/>
    <dgm:cxn modelId="{3A93A40D-C76D-474C-81B6-141F52784186}" type="presParOf" srcId="{E3304109-1909-E241-B7F0-BD08D22902B6}" destId="{F4D003EA-EE60-144A-A50A-AEA5A7CEBA52}" srcOrd="3" destOrd="0" presId="urn:microsoft.com/office/officeart/2005/8/layout/hList9"/>
    <dgm:cxn modelId="{5C1AB402-1404-D04F-9903-EA41D395E8B3}" type="presParOf" srcId="{E3304109-1909-E241-B7F0-BD08D22902B6}" destId="{FAC9924A-F422-9F4A-B1C0-7F61C7C515C1}" srcOrd="4" destOrd="0" presId="urn:microsoft.com/office/officeart/2005/8/layout/hList9"/>
    <dgm:cxn modelId="{6A227FF8-54E2-0546-95CF-9C6EE11DD6DB}" type="presParOf" srcId="{E3304109-1909-E241-B7F0-BD08D22902B6}" destId="{8AE7794E-15FA-BC40-BE4E-7407D4068AC4}" srcOrd="5" destOrd="0" presId="urn:microsoft.com/office/officeart/2005/8/layout/hList9"/>
    <dgm:cxn modelId="{A7D769B8-EC55-C148-8353-D2C871BCBECC}" type="presParOf" srcId="{E3304109-1909-E241-B7F0-BD08D22902B6}" destId="{2D8A3851-36FC-B747-9232-21786BE5B70E}" srcOrd="6" destOrd="0" presId="urn:microsoft.com/office/officeart/2005/8/layout/hList9"/>
    <dgm:cxn modelId="{3A9D0219-4369-3B43-968E-A726DBB0A49F}" type="presParOf" srcId="{2D8A3851-36FC-B747-9232-21786BE5B70E}" destId="{8A79B070-ED6F-E74A-9677-5F863C0182DA}" srcOrd="0" destOrd="0" presId="urn:microsoft.com/office/officeart/2005/8/layout/hList9"/>
    <dgm:cxn modelId="{9CC35DEF-B533-8744-B07A-33283D045EC9}" type="presParOf" srcId="{2D8A3851-36FC-B747-9232-21786BE5B70E}" destId="{51C0E2BB-9B71-8443-88E5-83CFE23A2C9D}" srcOrd="1" destOrd="0" presId="urn:microsoft.com/office/officeart/2005/8/layout/hList9"/>
    <dgm:cxn modelId="{014CDCBD-0077-BB43-A8F3-7BCD53B8241D}" type="presParOf" srcId="{51C0E2BB-9B71-8443-88E5-83CFE23A2C9D}" destId="{1710B7A7-905D-A946-8690-5AB0D7885F1C}" srcOrd="0" destOrd="0" presId="urn:microsoft.com/office/officeart/2005/8/layout/hList9"/>
    <dgm:cxn modelId="{BF296BBB-5525-F04C-A26B-C47A8143585A}" type="presParOf" srcId="{51C0E2BB-9B71-8443-88E5-83CFE23A2C9D}" destId="{E058827C-BA0F-2C41-84A4-CC9C726621FA}" srcOrd="1" destOrd="0" presId="urn:microsoft.com/office/officeart/2005/8/layout/hList9"/>
    <dgm:cxn modelId="{8534203F-32CC-4146-AFB4-948B79E5734E}" type="presParOf" srcId="{2D8A3851-36FC-B747-9232-21786BE5B70E}" destId="{952DA4E5-52A0-8D4E-A489-B0AD6676F3D9}" srcOrd="2" destOrd="0" presId="urn:microsoft.com/office/officeart/2005/8/layout/hList9"/>
    <dgm:cxn modelId="{63683BEA-3EA3-924E-84B2-9CC223A6BAB4}" type="presParOf" srcId="{952DA4E5-52A0-8D4E-A489-B0AD6676F3D9}" destId="{3CE5337E-8F0C-864B-8A8E-4C27FA1C07CF}" srcOrd="0" destOrd="0" presId="urn:microsoft.com/office/officeart/2005/8/layout/hList9"/>
    <dgm:cxn modelId="{452DD0C5-7259-3F47-88AD-99FAA3B9B194}" type="presParOf" srcId="{952DA4E5-52A0-8D4E-A489-B0AD6676F3D9}" destId="{4DA2B1CF-C732-C742-B6ED-A20075438D7D}" srcOrd="1" destOrd="0" presId="urn:microsoft.com/office/officeart/2005/8/layout/hList9"/>
    <dgm:cxn modelId="{1B4835E7-3212-A54A-A705-B4D307D76E7B}" type="presParOf" srcId="{2D8A3851-36FC-B747-9232-21786BE5B70E}" destId="{F4F599E9-D443-FF4E-B310-DCD40D079D51}" srcOrd="3" destOrd="0" presId="urn:microsoft.com/office/officeart/2005/8/layout/hList9"/>
    <dgm:cxn modelId="{E8D52514-9736-F445-A5DA-2326A3C361D8}" type="presParOf" srcId="{F4F599E9-D443-FF4E-B310-DCD40D079D51}" destId="{41ED4C4C-DEB2-3342-8887-E951F92FC14D}" srcOrd="0" destOrd="0" presId="urn:microsoft.com/office/officeart/2005/8/layout/hList9"/>
    <dgm:cxn modelId="{12238DF2-8513-404E-943B-341EEEDDDCEA}" type="presParOf" srcId="{F4F599E9-D443-FF4E-B310-DCD40D079D51}" destId="{777A75DF-6291-5048-BF3C-ADDA8B594444}" srcOrd="1" destOrd="0" presId="urn:microsoft.com/office/officeart/2005/8/layout/hList9"/>
    <dgm:cxn modelId="{03BEF19A-9638-A149-B9AD-FDF508056B75}" type="presParOf" srcId="{2D8A3851-36FC-B747-9232-21786BE5B70E}" destId="{B72E0FB0-D6AD-D44F-933C-1644A156CA9C}" srcOrd="4" destOrd="0" presId="urn:microsoft.com/office/officeart/2005/8/layout/hList9"/>
    <dgm:cxn modelId="{3C363C84-F639-B640-9EB6-41E3C67AFE86}" type="presParOf" srcId="{B72E0FB0-D6AD-D44F-933C-1644A156CA9C}" destId="{6F5D4AEA-2218-4A46-8B9B-784A83EC74CF}" srcOrd="0" destOrd="0" presId="urn:microsoft.com/office/officeart/2005/8/layout/hList9"/>
    <dgm:cxn modelId="{6B3E32DD-BF11-DA40-AE3C-442186FF69F5}" type="presParOf" srcId="{B72E0FB0-D6AD-D44F-933C-1644A156CA9C}" destId="{1A397BF5-56BB-8247-AB0D-27190FA8A73D}" srcOrd="1" destOrd="0" presId="urn:microsoft.com/office/officeart/2005/8/layout/hList9"/>
    <dgm:cxn modelId="{706B75F1-F7BA-3A47-B72D-579D479C18D7}" type="presParOf" srcId="{E3304109-1909-E241-B7F0-BD08D22902B6}" destId="{04ABE57A-FE12-8140-A0DF-62E8ADDBB955}" srcOrd="7" destOrd="0" presId="urn:microsoft.com/office/officeart/2005/8/layout/hList9"/>
    <dgm:cxn modelId="{C7A93233-B914-9249-A1CE-A1E2C8262F8C}" type="presParOf" srcId="{E3304109-1909-E241-B7F0-BD08D22902B6}" destId="{4D22D2C9-73AA-A84A-A72B-734E91A5751C}" srcOrd="8" destOrd="0" presId="urn:microsoft.com/office/officeart/2005/8/layout/hList9"/>
    <dgm:cxn modelId="{3A8022B4-5CC0-104A-97E2-938B88FE103F}" type="presParOf" srcId="{E3304109-1909-E241-B7F0-BD08D22902B6}" destId="{7DF7197C-78FE-5741-BEF1-1F894C2425DC}" srcOrd="9" destOrd="0" presId="urn:microsoft.com/office/officeart/2005/8/layout/hList9"/>
    <dgm:cxn modelId="{F90DE70E-1CB6-8147-9DF8-C30C8F7941DE}" type="presParOf" srcId="{E3304109-1909-E241-B7F0-BD08D22902B6}" destId="{1FC3DB1D-2535-FC4B-B349-E6F92D5C834F}" srcOrd="10" destOrd="0" presId="urn:microsoft.com/office/officeart/2005/8/layout/hList9"/>
    <dgm:cxn modelId="{7A74FA83-7415-B142-B5D4-072739C13A21}" type="presParOf" srcId="{E3304109-1909-E241-B7F0-BD08D22902B6}" destId="{B6192979-91AD-DB43-AD5E-D5A708AFD34B}" srcOrd="11" destOrd="0" presId="urn:microsoft.com/office/officeart/2005/8/layout/hList9"/>
    <dgm:cxn modelId="{515342B1-2837-5145-A398-95550E4211AB}" type="presParOf" srcId="{B6192979-91AD-DB43-AD5E-D5A708AFD34B}" destId="{6E215635-7332-2346-8F40-9141BE9B9728}" srcOrd="0" destOrd="0" presId="urn:microsoft.com/office/officeart/2005/8/layout/hList9"/>
    <dgm:cxn modelId="{8F6BAED5-8E38-4D46-96D6-1B316A7680AD}" type="presParOf" srcId="{B6192979-91AD-DB43-AD5E-D5A708AFD34B}" destId="{43B1C7FC-4BE5-2844-A1D3-EEE79D7C45A5}" srcOrd="1" destOrd="0" presId="urn:microsoft.com/office/officeart/2005/8/layout/hList9"/>
    <dgm:cxn modelId="{F6F34100-353D-A94E-80B9-46DAA7C26DC4}" type="presParOf" srcId="{43B1C7FC-4BE5-2844-A1D3-EEE79D7C45A5}" destId="{9E88EC52-C7BF-234D-A4BD-66C095F28E70}" srcOrd="0" destOrd="0" presId="urn:microsoft.com/office/officeart/2005/8/layout/hList9"/>
    <dgm:cxn modelId="{DF2FD2F3-0162-614C-9BA6-395721F32B1E}" type="presParOf" srcId="{43B1C7FC-4BE5-2844-A1D3-EEE79D7C45A5}" destId="{D2EC836A-DFA6-9B47-A42C-71877B724304}" srcOrd="1" destOrd="0" presId="urn:microsoft.com/office/officeart/2005/8/layout/hList9"/>
    <dgm:cxn modelId="{7D16AFE6-DD35-4B44-AC31-1DB464B92D4B}" type="presParOf" srcId="{B6192979-91AD-DB43-AD5E-D5A708AFD34B}" destId="{E21BEE8E-B04B-664F-B5CA-7B0A07CFE6D6}" srcOrd="2" destOrd="0" presId="urn:microsoft.com/office/officeart/2005/8/layout/hList9"/>
    <dgm:cxn modelId="{A0ED48B8-8AE0-6A4E-A09D-D11506A23F6F}" type="presParOf" srcId="{E21BEE8E-B04B-664F-B5CA-7B0A07CFE6D6}" destId="{89969CBD-CB26-C64D-83D6-2ADC24D06312}" srcOrd="0" destOrd="0" presId="urn:microsoft.com/office/officeart/2005/8/layout/hList9"/>
    <dgm:cxn modelId="{AEFB6904-3794-5C41-96FB-DAFCF3CF048B}" type="presParOf" srcId="{E21BEE8E-B04B-664F-B5CA-7B0A07CFE6D6}" destId="{E914367D-E612-A74E-A433-CDAFCA1FECAD}" srcOrd="1" destOrd="0" presId="urn:microsoft.com/office/officeart/2005/8/layout/hList9"/>
    <dgm:cxn modelId="{6911CBDB-2361-184E-A0C0-D48CDF260C00}" type="presParOf" srcId="{E3304109-1909-E241-B7F0-BD08D22902B6}" destId="{7B25DCC0-4C7A-154D-A7A7-8AB5DABDAE05}" srcOrd="12" destOrd="0" presId="urn:microsoft.com/office/officeart/2005/8/layout/hList9"/>
    <dgm:cxn modelId="{41B964C5-52A9-F24F-A78D-4C7D3ED0B28B}" type="presParOf" srcId="{E3304109-1909-E241-B7F0-BD08D22902B6}" destId="{5115F452-60CE-814C-9EE0-34E495D94954}" srcOrd="13" destOrd="0" presId="urn:microsoft.com/office/officeart/2005/8/layout/hList9"/>
    <dgm:cxn modelId="{F7AFCD98-C6B8-E847-9098-7638A52A55A9}" type="presParOf" srcId="{E3304109-1909-E241-B7F0-BD08D22902B6}" destId="{D3E50B9F-C8D5-6D4E-9770-E16B82E1A09E}" srcOrd="14" destOrd="0" presId="urn:microsoft.com/office/officeart/2005/8/layout/hList9"/>
    <dgm:cxn modelId="{4E9AC550-8CDE-304B-BE2E-1F53A491D292}" type="presParOf" srcId="{E3304109-1909-E241-B7F0-BD08D22902B6}" destId="{55F5F476-7BC5-4D49-B670-A0CDE37807CD}" srcOrd="15" destOrd="0" presId="urn:microsoft.com/office/officeart/2005/8/layout/hList9"/>
    <dgm:cxn modelId="{2A8D1EFA-5799-E94A-BFED-60BFB3409E56}" type="presParOf" srcId="{E3304109-1909-E241-B7F0-BD08D22902B6}" destId="{617BBFE6-C7F8-0E4A-A885-BACB43F10190}" srcOrd="16" destOrd="0" presId="urn:microsoft.com/office/officeart/2005/8/layout/hList9"/>
    <dgm:cxn modelId="{E296250E-BE0B-214D-8BA3-27C6B92E3390}" type="presParOf" srcId="{617BBFE6-C7F8-0E4A-A885-BACB43F10190}" destId="{DD84904D-B06E-FD48-88AC-232A9BC466E6}" srcOrd="0" destOrd="0" presId="urn:microsoft.com/office/officeart/2005/8/layout/hList9"/>
    <dgm:cxn modelId="{08E59D02-6F70-CA4D-8D96-DCC685BC6E3A}" type="presParOf" srcId="{617BBFE6-C7F8-0E4A-A885-BACB43F10190}" destId="{63604FF6-2987-6447-BB59-86793B277873}" srcOrd="1" destOrd="0" presId="urn:microsoft.com/office/officeart/2005/8/layout/hList9"/>
    <dgm:cxn modelId="{FD0D5B67-632B-7640-A2EC-1F6B15127168}" type="presParOf" srcId="{63604FF6-2987-6447-BB59-86793B277873}" destId="{9817174C-E077-8D4B-A868-65AE166EC9B6}" srcOrd="0" destOrd="0" presId="urn:microsoft.com/office/officeart/2005/8/layout/hList9"/>
    <dgm:cxn modelId="{37EFCBB3-D962-3043-AAEC-E101D3432F73}" type="presParOf" srcId="{63604FF6-2987-6447-BB59-86793B277873}" destId="{94042726-7E79-0A47-B8BF-D6483C62F9FC}" srcOrd="1" destOrd="0" presId="urn:microsoft.com/office/officeart/2005/8/layout/hList9"/>
    <dgm:cxn modelId="{54D3F3D6-45AB-5645-8962-F65E7B521733}" type="presParOf" srcId="{617BBFE6-C7F8-0E4A-A885-BACB43F10190}" destId="{C2BC82CA-D391-F248-A3D2-C72C992D7C73}" srcOrd="2" destOrd="0" presId="urn:microsoft.com/office/officeart/2005/8/layout/hList9"/>
    <dgm:cxn modelId="{1FE06C9A-C8E0-D045-8D99-6B0DBB0CD788}" type="presParOf" srcId="{C2BC82CA-D391-F248-A3D2-C72C992D7C73}" destId="{B373C7FD-67C2-6F42-84DA-0A96DBB93A5A}" srcOrd="0" destOrd="0" presId="urn:microsoft.com/office/officeart/2005/8/layout/hList9"/>
    <dgm:cxn modelId="{06DD65A4-E75F-8D43-BB02-DE37589D5E05}" type="presParOf" srcId="{C2BC82CA-D391-F248-A3D2-C72C992D7C73}" destId="{D185878E-D63E-5C47-A100-EFF40FFE53D7}" srcOrd="1" destOrd="0" presId="urn:microsoft.com/office/officeart/2005/8/layout/hList9"/>
    <dgm:cxn modelId="{094EFF4B-CFE1-FC47-AE1F-2721B1BD21B6}" type="presParOf" srcId="{E3304109-1909-E241-B7F0-BD08D22902B6}" destId="{7D939657-40BA-CE4D-A793-47EF0F45FE95}" srcOrd="17" destOrd="0" presId="urn:microsoft.com/office/officeart/2005/8/layout/hList9"/>
    <dgm:cxn modelId="{4DA3DE66-B045-E145-BC2C-F44F3A0EDC1D}" type="presParOf" srcId="{E3304109-1909-E241-B7F0-BD08D22902B6}" destId="{F50C8E34-CE3F-D245-B4F4-42FE1805A04A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8FB4E-AC77-FD44-BB6A-7F0A088375A7}">
      <dsp:nvSpPr>
        <dsp:cNvPr id="0" name=""/>
        <dsp:cNvSpPr/>
      </dsp:nvSpPr>
      <dsp:spPr>
        <a:xfrm>
          <a:off x="1531726" y="366650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CREATE</a:t>
          </a:r>
        </a:p>
      </dsp:txBody>
      <dsp:txXfrm>
        <a:off x="1750900" y="366650"/>
        <a:ext cx="1150659" cy="913678"/>
      </dsp:txXfrm>
    </dsp:sp>
    <dsp:sp modelId="{BC87A587-4407-224C-A675-FBFECD59BA24}">
      <dsp:nvSpPr>
        <dsp:cNvPr id="0" name=""/>
        <dsp:cNvSpPr/>
      </dsp:nvSpPr>
      <dsp:spPr>
        <a:xfrm>
          <a:off x="1531726" y="1280328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DROP</a:t>
          </a:r>
        </a:p>
      </dsp:txBody>
      <dsp:txXfrm>
        <a:off x="1750900" y="1280328"/>
        <a:ext cx="1150659" cy="913678"/>
      </dsp:txXfrm>
    </dsp:sp>
    <dsp:sp modelId="{FB0FB4D5-407A-1146-9F2A-A99234B925FE}">
      <dsp:nvSpPr>
        <dsp:cNvPr id="0" name=""/>
        <dsp:cNvSpPr/>
      </dsp:nvSpPr>
      <dsp:spPr>
        <a:xfrm>
          <a:off x="1531726" y="2194006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ALTER</a:t>
          </a:r>
        </a:p>
      </dsp:txBody>
      <dsp:txXfrm>
        <a:off x="1750900" y="2194006"/>
        <a:ext cx="1150659" cy="913678"/>
      </dsp:txXfrm>
    </dsp:sp>
    <dsp:sp modelId="{066A9F5F-0E79-3748-9949-AD554B0A2253}">
      <dsp:nvSpPr>
        <dsp:cNvPr id="0" name=""/>
        <dsp:cNvSpPr/>
      </dsp:nvSpPr>
      <dsp:spPr>
        <a:xfrm>
          <a:off x="1531726" y="3107685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RENAME</a:t>
          </a:r>
        </a:p>
      </dsp:txBody>
      <dsp:txXfrm>
        <a:off x="1750900" y="3107685"/>
        <a:ext cx="1150659" cy="913678"/>
      </dsp:txXfrm>
    </dsp:sp>
    <dsp:sp modelId="{F4D003EA-EE60-144A-A50A-AEA5A7CEBA52}">
      <dsp:nvSpPr>
        <dsp:cNvPr id="0" name=""/>
        <dsp:cNvSpPr/>
      </dsp:nvSpPr>
      <dsp:spPr>
        <a:xfrm>
          <a:off x="390268" y="1361"/>
          <a:ext cx="1367156" cy="13671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Definition Language (DDL)</a:t>
          </a:r>
        </a:p>
      </dsp:txBody>
      <dsp:txXfrm>
        <a:off x="590483" y="201576"/>
        <a:ext cx="966726" cy="966726"/>
      </dsp:txXfrm>
    </dsp:sp>
    <dsp:sp modelId="{1710B7A7-905D-A946-8690-5AB0D7885F1C}">
      <dsp:nvSpPr>
        <dsp:cNvPr id="0" name=""/>
        <dsp:cNvSpPr/>
      </dsp:nvSpPr>
      <dsp:spPr>
        <a:xfrm>
          <a:off x="4268716" y="366650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SELECT*</a:t>
          </a:r>
        </a:p>
      </dsp:txBody>
      <dsp:txXfrm>
        <a:off x="4487889" y="366650"/>
        <a:ext cx="1150659" cy="913678"/>
      </dsp:txXfrm>
    </dsp:sp>
    <dsp:sp modelId="{3CE5337E-8F0C-864B-8A8E-4C27FA1C07CF}">
      <dsp:nvSpPr>
        <dsp:cNvPr id="0" name=""/>
        <dsp:cNvSpPr/>
      </dsp:nvSpPr>
      <dsp:spPr>
        <a:xfrm>
          <a:off x="4268716" y="1280328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INSERT</a:t>
          </a:r>
        </a:p>
      </dsp:txBody>
      <dsp:txXfrm>
        <a:off x="4487889" y="1280328"/>
        <a:ext cx="1150659" cy="913678"/>
      </dsp:txXfrm>
    </dsp:sp>
    <dsp:sp modelId="{41ED4C4C-DEB2-3342-8887-E951F92FC14D}">
      <dsp:nvSpPr>
        <dsp:cNvPr id="0" name=""/>
        <dsp:cNvSpPr/>
      </dsp:nvSpPr>
      <dsp:spPr>
        <a:xfrm>
          <a:off x="4268716" y="2194006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UPDATE</a:t>
          </a:r>
        </a:p>
      </dsp:txBody>
      <dsp:txXfrm>
        <a:off x="4487889" y="2194006"/>
        <a:ext cx="1150659" cy="913678"/>
      </dsp:txXfrm>
    </dsp:sp>
    <dsp:sp modelId="{6F5D4AEA-2218-4A46-8B9B-784A83EC74CF}">
      <dsp:nvSpPr>
        <dsp:cNvPr id="0" name=""/>
        <dsp:cNvSpPr/>
      </dsp:nvSpPr>
      <dsp:spPr>
        <a:xfrm>
          <a:off x="4268716" y="3107685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DELETE</a:t>
          </a:r>
        </a:p>
      </dsp:txBody>
      <dsp:txXfrm>
        <a:off x="4487889" y="3107685"/>
        <a:ext cx="1150659" cy="913678"/>
      </dsp:txXfrm>
    </dsp:sp>
    <dsp:sp modelId="{4D22D2C9-73AA-A84A-A72B-734E91A5751C}">
      <dsp:nvSpPr>
        <dsp:cNvPr id="0" name=""/>
        <dsp:cNvSpPr/>
      </dsp:nvSpPr>
      <dsp:spPr>
        <a:xfrm>
          <a:off x="3093696" y="1361"/>
          <a:ext cx="1367156" cy="13671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Manipulation Language (DML)</a:t>
          </a:r>
        </a:p>
      </dsp:txBody>
      <dsp:txXfrm>
        <a:off x="3293911" y="201576"/>
        <a:ext cx="966726" cy="966726"/>
      </dsp:txXfrm>
    </dsp:sp>
    <dsp:sp modelId="{9E88EC52-C7BF-234D-A4BD-66C095F28E70}">
      <dsp:nvSpPr>
        <dsp:cNvPr id="0" name=""/>
        <dsp:cNvSpPr/>
      </dsp:nvSpPr>
      <dsp:spPr>
        <a:xfrm>
          <a:off x="7005705" y="366650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GRANT</a:t>
          </a:r>
        </a:p>
      </dsp:txBody>
      <dsp:txXfrm>
        <a:off x="7224879" y="366650"/>
        <a:ext cx="1150659" cy="913678"/>
      </dsp:txXfrm>
    </dsp:sp>
    <dsp:sp modelId="{89969CBD-CB26-C64D-83D6-2ADC24D06312}">
      <dsp:nvSpPr>
        <dsp:cNvPr id="0" name=""/>
        <dsp:cNvSpPr/>
      </dsp:nvSpPr>
      <dsp:spPr>
        <a:xfrm>
          <a:off x="7005705" y="1280328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REVOKE</a:t>
          </a:r>
        </a:p>
      </dsp:txBody>
      <dsp:txXfrm>
        <a:off x="7224879" y="1280328"/>
        <a:ext cx="1150659" cy="913678"/>
      </dsp:txXfrm>
    </dsp:sp>
    <dsp:sp modelId="{5115F452-60CE-814C-9EE0-34E495D94954}">
      <dsp:nvSpPr>
        <dsp:cNvPr id="0" name=""/>
        <dsp:cNvSpPr/>
      </dsp:nvSpPr>
      <dsp:spPr>
        <a:xfrm>
          <a:off x="5805289" y="1361"/>
          <a:ext cx="1366079" cy="13671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Control Language (DCL)</a:t>
          </a:r>
        </a:p>
      </dsp:txBody>
      <dsp:txXfrm>
        <a:off x="6005347" y="201576"/>
        <a:ext cx="965963" cy="966726"/>
      </dsp:txXfrm>
    </dsp:sp>
    <dsp:sp modelId="{9817174C-E077-8D4B-A868-65AE166EC9B6}">
      <dsp:nvSpPr>
        <dsp:cNvPr id="0" name=""/>
        <dsp:cNvSpPr/>
      </dsp:nvSpPr>
      <dsp:spPr>
        <a:xfrm>
          <a:off x="9741617" y="366650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COMMIT</a:t>
          </a:r>
        </a:p>
      </dsp:txBody>
      <dsp:txXfrm>
        <a:off x="9960791" y="366650"/>
        <a:ext cx="1150659" cy="913678"/>
      </dsp:txXfrm>
    </dsp:sp>
    <dsp:sp modelId="{B373C7FD-67C2-6F42-84DA-0A96DBB93A5A}">
      <dsp:nvSpPr>
        <dsp:cNvPr id="0" name=""/>
        <dsp:cNvSpPr/>
      </dsp:nvSpPr>
      <dsp:spPr>
        <a:xfrm>
          <a:off x="9741617" y="1280328"/>
          <a:ext cx="1369832" cy="913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ROLLBACK</a:t>
          </a:r>
        </a:p>
      </dsp:txBody>
      <dsp:txXfrm>
        <a:off x="9960791" y="1280328"/>
        <a:ext cx="1150659" cy="913678"/>
      </dsp:txXfrm>
    </dsp:sp>
    <dsp:sp modelId="{F50C8E34-CE3F-D245-B4F4-42FE1805A04A}">
      <dsp:nvSpPr>
        <dsp:cNvPr id="0" name=""/>
        <dsp:cNvSpPr/>
      </dsp:nvSpPr>
      <dsp:spPr>
        <a:xfrm>
          <a:off x="8528177" y="1361"/>
          <a:ext cx="1399220" cy="13992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Transaction Control Language (TCL)</a:t>
          </a:r>
        </a:p>
      </dsp:txBody>
      <dsp:txXfrm>
        <a:off x="8733088" y="206272"/>
        <a:ext cx="989398" cy="989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workbench/" TargetMode="External"/><Relationship Id="rId2" Type="http://schemas.openxmlformats.org/officeDocument/2006/relationships/hyperlink" Target="https://dev.mysql.com/downloads/mysq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jane.doe@example.com" TargetMode="External"/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ane.summers@example.co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jane.doe@example.com" TargetMode="External"/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ane.summers@example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gmail.com" TargetMode="External"/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ane.summers@example.com" TargetMode="External"/><Relationship Id="rId4" Type="http://schemas.openxmlformats.org/officeDocument/2006/relationships/hyperlink" Target="mailto:jane.doe@example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gmail.com" TargetMode="External"/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ane.summers@example.com" TargetMode="External"/><Relationship Id="rId4" Type="http://schemas.openxmlformats.org/officeDocument/2006/relationships/hyperlink" Target="mailto:jane.doe@example.co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509148/how-to-start-mysql-server-on-windows-xp" TargetMode="External"/><Relationship Id="rId2" Type="http://schemas.openxmlformats.org/officeDocument/2006/relationships/hyperlink" Target="https://dev.mysql.com/doc/mysql-getting-started/en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gmail.com" TargetMode="External"/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orothy.summers@example.com" TargetMode="External"/><Relationship Id="rId5" Type="http://schemas.openxmlformats.org/officeDocument/2006/relationships/hyperlink" Target="mailto:jane.summers@example.com" TargetMode="External"/><Relationship Id="rId4" Type="http://schemas.openxmlformats.org/officeDocument/2006/relationships/hyperlink" Target="mailto:jane.doe@example.com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1448068/mysql-error-code-1175-during-update-in-mysql-workbench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1448068/mysql-error-code-1175-during-update-in-mysql-workbench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sql/sql-alter-command.htm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sql/sql_autoincrement.asp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ql-transactions/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hyperlink" Target="https://dev.mysql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ysqltutorial.org/" TargetMode="External"/><Relationship Id="rId4" Type="http://schemas.openxmlformats.org/officeDocument/2006/relationships/hyperlink" Target="https://www.w3schools.com/SQl/" TargetMode="Externa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gnixia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D02E-A54D-4340-909E-D03C5CA90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Structured Query Language (SQL) and MySQL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2A983-9856-0447-94B0-6A329D8AE7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 using MySQL</a:t>
            </a:r>
          </a:p>
          <a:p>
            <a:r>
              <a:rPr lang="en-US" dirty="0"/>
              <a:t>Training by </a:t>
            </a:r>
            <a:r>
              <a:rPr lang="en-US" dirty="0" err="1"/>
              <a:t>www.cognixia.com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5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D02E-A54D-4340-909E-D03C5CA90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Before we begin…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2A983-9856-0447-94B0-6A329D8AE7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HARDWARE AND 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48035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3A16-7444-8946-AEB3-1BC6E5AE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13EB-D859-2640-ADA7-ED21EECA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dirty="0"/>
              <a:t> Minimum 4GB (6GB or more recommended) </a:t>
            </a:r>
          </a:p>
          <a:p>
            <a:pPr lvl="0">
              <a:buFont typeface="Wingdings" pitchFamily="2" charset="2"/>
              <a:buChar char="Ø"/>
            </a:pPr>
            <a:r>
              <a:rPr lang="en-IN" dirty="0"/>
              <a:t> Hard Disk: 128 GB or above </a:t>
            </a:r>
          </a:p>
          <a:p>
            <a:pPr lvl="0">
              <a:buFont typeface="Wingdings" pitchFamily="2" charset="2"/>
              <a:buChar char="Ø"/>
            </a:pPr>
            <a:r>
              <a:rPr lang="en-IN" dirty="0"/>
              <a:t> CPU: Core i3 or above </a:t>
            </a:r>
          </a:p>
          <a:p>
            <a:pPr lvl="0">
              <a:buFont typeface="Wingdings" pitchFamily="2" charset="2"/>
              <a:buChar char="Ø"/>
            </a:pPr>
            <a:r>
              <a:rPr lang="en-IN" dirty="0"/>
              <a:t> Operating System: Windows/Mac OSX/Linux</a:t>
            </a:r>
          </a:p>
          <a:p>
            <a:pPr lvl="0">
              <a:buFont typeface="Wingdings" pitchFamily="2" charset="2"/>
              <a:buChar char="Ø"/>
            </a:pPr>
            <a:r>
              <a:rPr lang="en-IN" dirty="0"/>
              <a:t> Internet connection is required during training. </a:t>
            </a:r>
          </a:p>
          <a:p>
            <a:r>
              <a:rPr lang="en-US" dirty="0"/>
              <a:t> </a:t>
            </a: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8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3A16-7444-8946-AEB3-1BC6E5AE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13EB-D859-2640-ADA7-ED21EECA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IN" dirty="0"/>
              <a:t> MySQL – Download and install the Community edition (free version) from </a:t>
            </a:r>
            <a:r>
              <a:rPr lang="en-IN" dirty="0">
                <a:hlinkClick r:id="rId2"/>
              </a:rPr>
              <a:t>https://dev.mysql.com/downloads/mysql/</a:t>
            </a:r>
            <a:endParaRPr lang="en-IN" dirty="0"/>
          </a:p>
          <a:p>
            <a:pPr lvl="0">
              <a:buFont typeface="Wingdings" pitchFamily="2" charset="2"/>
              <a:buChar char="Ø"/>
            </a:pPr>
            <a:r>
              <a:rPr lang="en-IN" dirty="0"/>
              <a:t> MySQL Workbench (GUI client) – Download and install from </a:t>
            </a:r>
            <a:r>
              <a:rPr lang="en-IN" dirty="0">
                <a:hlinkClick r:id="rId3"/>
              </a:rPr>
              <a:t>https://dev.mysql.com/downloads/workbench/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7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D02E-A54D-4340-909E-D03C5CA90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2A983-9856-0447-94B0-6A329D8AE7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 using MySQL</a:t>
            </a:r>
          </a:p>
        </p:txBody>
      </p:sp>
    </p:spTree>
    <p:extLst>
      <p:ext uri="{BB962C8B-B14F-4D97-AF65-F5344CB8AC3E}">
        <p14:creationId xmlns:p14="http://schemas.microsoft.com/office/powerpoint/2010/main" val="753636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3A16-7444-8946-AEB3-1BC6E5AE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- What and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13EB-D859-2640-ADA7-ED21EECA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Structured Query Language (SQL) is a special-purpose programming language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To manipulate sets of data, typically from a relational database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Became an ANSI standard in 1986 and ISO standard in 1987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Most commands are specified in the standard, some are not – so different vendors will have same syntax for the most part, with some differences.</a:t>
            </a:r>
          </a:p>
          <a:p>
            <a:pPr marL="0" indent="0">
              <a:buNone/>
            </a:pPr>
            <a:r>
              <a:rPr lang="en-IN" b="1" dirty="0"/>
              <a:t>Note</a:t>
            </a:r>
            <a:r>
              <a:rPr lang="en-IN" dirty="0"/>
              <a:t>: Relational Database Management System (RDBMS) is only one way to describe data and the relationships between data entities. There are others like Document and Object </a:t>
            </a:r>
            <a:r>
              <a:rPr lang="en-IN" dirty="0" err="1"/>
              <a:t>DBMSes</a:t>
            </a:r>
            <a:r>
              <a:rPr lang="en-IN" dirty="0"/>
              <a:t>.</a:t>
            </a:r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03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3A16-7444-8946-AEB3-1BC6E5AE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13EB-D859-2640-ADA7-ED21EECA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dirty="0"/>
              <a:t> Relational Database Management System (RDBMS) is a way to store data in tables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Tables are also called relations. Hence the name Relational DBMS.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Tables represent data of an entity in the real world. Example: A table to store data of contacts (contact being an entity).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Tables have rows, where every row represents data of one instance (a particular contact, say John).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Every row has columns, aka fields. A field has data of some aspect of the instance. </a:t>
            </a:r>
            <a:r>
              <a:rPr lang="en-IN" dirty="0" err="1"/>
              <a:t>Eg.</a:t>
            </a:r>
            <a:r>
              <a:rPr lang="en-IN" dirty="0"/>
              <a:t> The birth date of John.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 A database consists of a set of tables related to each other. </a:t>
            </a:r>
            <a:r>
              <a:rPr lang="en-IN" dirty="0" err="1"/>
              <a:t>Eg.</a:t>
            </a:r>
            <a:r>
              <a:rPr lang="en-IN" dirty="0"/>
              <a:t> contacts, </a:t>
            </a:r>
            <a:r>
              <a:rPr lang="en-IN" dirty="0" err="1"/>
              <a:t>emailids</a:t>
            </a:r>
            <a:r>
              <a:rPr lang="en-IN" dirty="0"/>
              <a:t> etc.</a:t>
            </a:r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63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8F6135-08D8-D14E-AA65-AE36E3930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name: contacts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Query: What are all the contacts that have last name Doe?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D6A48-1CB2-A54C-9791-2D74DC1A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Table in an RDBMS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FC837F-AC6E-5947-A0C0-393F68BBC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112418"/>
              </p:ext>
            </p:extLst>
          </p:nvPr>
        </p:nvGraphicFramePr>
        <p:xfrm>
          <a:off x="1024128" y="2840566"/>
          <a:ext cx="87802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757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2926757">
                  <a:extLst>
                    <a:ext uri="{9D8B030D-6E8A-4147-A177-3AD203B41FA5}">
                      <a16:colId xmlns:a16="http://schemas.microsoft.com/office/drawing/2014/main" val="3410035535"/>
                    </a:ext>
                  </a:extLst>
                </a:gridCol>
                <a:gridCol w="2926757">
                  <a:extLst>
                    <a:ext uri="{9D8B030D-6E8A-4147-A177-3AD203B41FA5}">
                      <a16:colId xmlns:a16="http://schemas.microsoft.com/office/drawing/2014/main" val="55638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john.doe@example.com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jane.doe@example.com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jane.summers@example.com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006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– </a:t>
            </a:r>
            <a:r>
              <a:rPr lang="en-US" dirty="0" err="1"/>
              <a:t>WhaT</a:t>
            </a:r>
            <a:r>
              <a:rPr lang="en-US" dirty="0"/>
              <a:t> IT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</a:rPr>
              <a:t>Normalization is the process of restructuring a database (RDBMS) to reduce data redundancy and improve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3617289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– Why IS IT REQUIRED?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400"/>
            <a:ext cx="9720073" cy="4023360"/>
          </a:xfrm>
        </p:spPr>
        <p:txBody>
          <a:bodyPr/>
          <a:lstStyle/>
          <a:p>
            <a:r>
              <a:rPr lang="en-US" dirty="0"/>
              <a:t>Consider this…</a:t>
            </a:r>
          </a:p>
          <a:p>
            <a:r>
              <a:rPr lang="en-US" dirty="0"/>
              <a:t>1. The previous schema leads to null values for email field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A377F-690B-814F-BBB6-1A44458E1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03194"/>
              </p:ext>
            </p:extLst>
          </p:nvPr>
        </p:nvGraphicFramePr>
        <p:xfrm>
          <a:off x="1163828" y="3014980"/>
          <a:ext cx="87802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757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2926757">
                  <a:extLst>
                    <a:ext uri="{9D8B030D-6E8A-4147-A177-3AD203B41FA5}">
                      <a16:colId xmlns:a16="http://schemas.microsoft.com/office/drawing/2014/main" val="3410035535"/>
                    </a:ext>
                  </a:extLst>
                </a:gridCol>
                <a:gridCol w="2926757">
                  <a:extLst>
                    <a:ext uri="{9D8B030D-6E8A-4147-A177-3AD203B41FA5}">
                      <a16:colId xmlns:a16="http://schemas.microsoft.com/office/drawing/2014/main" val="55638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john.doe@example.com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jane.doe@example.com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jane.summers@example.com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44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– Why IS IT REQUIRED?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400"/>
            <a:ext cx="9720073" cy="4023360"/>
          </a:xfrm>
        </p:spPr>
        <p:txBody>
          <a:bodyPr/>
          <a:lstStyle/>
          <a:p>
            <a:r>
              <a:rPr lang="en-US" dirty="0"/>
              <a:t>2. If we require to store multiple email ids, more null values would result (see below). Also, it would limit the maximum number of email ids that could be stored.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A377F-690B-814F-BBB6-1A44458E1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14579"/>
              </p:ext>
            </p:extLst>
          </p:nvPr>
        </p:nvGraphicFramePr>
        <p:xfrm>
          <a:off x="1151128" y="2777066"/>
          <a:ext cx="98597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068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2195068">
                  <a:extLst>
                    <a:ext uri="{9D8B030D-6E8A-4147-A177-3AD203B41FA5}">
                      <a16:colId xmlns:a16="http://schemas.microsoft.com/office/drawing/2014/main" val="3410035535"/>
                    </a:ext>
                  </a:extLst>
                </a:gridCol>
                <a:gridCol w="2853436">
                  <a:extLst>
                    <a:ext uri="{9D8B030D-6E8A-4147-A177-3AD203B41FA5}">
                      <a16:colId xmlns:a16="http://schemas.microsoft.com/office/drawing/2014/main" val="556389593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90271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john.doe@example.com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john.doe@gmail.com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jane.doe@example.com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jane.summers@example.com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73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–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400"/>
            <a:ext cx="9720073" cy="4023360"/>
          </a:xfrm>
        </p:spPr>
        <p:txBody>
          <a:bodyPr/>
          <a:lstStyle/>
          <a:p>
            <a:r>
              <a:rPr lang="en-US" dirty="0"/>
              <a:t>The previous problems are eliminated when we store the person details (say, contacts) in one table and email ids for the contacts in a separate table (say, emails)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A377F-690B-814F-BBB6-1A44458E1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219402"/>
              </p:ext>
            </p:extLst>
          </p:nvPr>
        </p:nvGraphicFramePr>
        <p:xfrm>
          <a:off x="1151128" y="2777066"/>
          <a:ext cx="439013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172">
                  <a:extLst>
                    <a:ext uri="{9D8B030D-6E8A-4147-A177-3AD203B41FA5}">
                      <a16:colId xmlns:a16="http://schemas.microsoft.com/office/drawing/2014/main" val="877942864"/>
                    </a:ext>
                  </a:extLst>
                </a:gridCol>
                <a:gridCol w="1931586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1463379">
                  <a:extLst>
                    <a:ext uri="{9D8B030D-6E8A-4147-A177-3AD203B41FA5}">
                      <a16:colId xmlns:a16="http://schemas.microsoft.com/office/drawing/2014/main" val="3410035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Anthony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5FD94B-931D-CF47-955F-A0646E610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349928"/>
              </p:ext>
            </p:extLst>
          </p:nvPr>
        </p:nvGraphicFramePr>
        <p:xfrm>
          <a:off x="5822697" y="2777066"/>
          <a:ext cx="50485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03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4025901">
                  <a:extLst>
                    <a:ext uri="{9D8B030D-6E8A-4147-A177-3AD203B41FA5}">
                      <a16:colId xmlns:a16="http://schemas.microsoft.com/office/drawing/2014/main" val="55638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john.doe@example.com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3"/>
                        </a:rPr>
                        <a:t>john.doe@gmail.com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4"/>
                        </a:rPr>
                        <a:t>jane.doe@example.com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jane.summers@example.com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4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DB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sz="6000" dirty="0">
                <a:solidFill>
                  <a:schemeClr val="accent1">
                    <a:lumMod val="75000"/>
                  </a:schemeClr>
                </a:solidFill>
              </a:rPr>
              <a:t>Database design is important; it controls the questions you can ask later. </a:t>
            </a:r>
          </a:p>
          <a:p>
            <a:pPr marL="0" indent="0" algn="ctr">
              <a:buNone/>
            </a:pPr>
            <a:endParaRPr lang="en-IN" sz="6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6000" dirty="0">
                <a:solidFill>
                  <a:schemeClr val="accent1">
                    <a:lumMod val="75000"/>
                  </a:schemeClr>
                </a:solidFill>
              </a:rPr>
              <a:t>SQL is the language you use to ask the questions. </a:t>
            </a:r>
          </a:p>
        </p:txBody>
      </p:sp>
    </p:spTree>
    <p:extLst>
      <p:ext uri="{BB962C8B-B14F-4D97-AF65-F5344CB8AC3E}">
        <p14:creationId xmlns:p14="http://schemas.microsoft.com/office/powerpoint/2010/main" val="162039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 OF SQL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9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Statement – </a:t>
            </a:r>
            <a:r>
              <a:rPr lang="en-US" dirty="0" err="1"/>
              <a:t>WhaT</a:t>
            </a:r>
            <a:r>
              <a:rPr lang="en-US" dirty="0"/>
              <a:t> IT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solidFill>
                  <a:schemeClr val="accent1">
                    <a:lumMod val="75000"/>
                  </a:schemeClr>
                </a:solidFill>
              </a:rPr>
              <a:t>An SQL Statement</a:t>
            </a:r>
          </a:p>
          <a:p>
            <a:pPr algn="ctr"/>
            <a:r>
              <a:rPr lang="en-IN" sz="6000" dirty="0">
                <a:solidFill>
                  <a:schemeClr val="accent1">
                    <a:lumMod val="75000"/>
                  </a:schemeClr>
                </a:solidFill>
              </a:rPr>
              <a:t>is an expression that</a:t>
            </a:r>
          </a:p>
          <a:p>
            <a:pPr algn="ctr"/>
            <a:r>
              <a:rPr lang="en-IN" sz="6000" dirty="0">
                <a:solidFill>
                  <a:schemeClr val="accent1">
                    <a:lumMod val="75000"/>
                  </a:schemeClr>
                </a:solidFill>
              </a:rPr>
              <a:t>tells a database </a:t>
            </a:r>
          </a:p>
          <a:p>
            <a:pPr algn="ctr"/>
            <a:r>
              <a:rPr lang="en-IN" sz="6000" dirty="0">
                <a:solidFill>
                  <a:schemeClr val="accent1">
                    <a:lumMod val="75000"/>
                  </a:schemeClr>
                </a:solidFill>
              </a:rPr>
              <a:t>what you want it to do. </a:t>
            </a:r>
            <a:endParaRPr lang="en-IN" sz="60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6876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SQL </a:t>
            </a:r>
            <a:r>
              <a:rPr lang="en-US" dirty="0" err="1"/>
              <a:t>StatementS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897C9E-B866-174C-9221-0A2CF0225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951015"/>
              </p:ext>
            </p:extLst>
          </p:nvPr>
        </p:nvGraphicFramePr>
        <p:xfrm>
          <a:off x="0" y="2084832"/>
          <a:ext cx="119126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D32B39-CAB2-8641-BF28-3F3CA23E0F1F}"/>
              </a:ext>
            </a:extLst>
          </p:cNvPr>
          <p:cNvSpPr txBox="1"/>
          <p:nvPr/>
        </p:nvSpPr>
        <p:spPr>
          <a:xfrm>
            <a:off x="241300" y="6362700"/>
            <a:ext cx="11665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The SELECT statement is sometimes classified as being part of Data Query Language (DQL), as it does not modify any data.</a:t>
            </a:r>
          </a:p>
        </p:txBody>
      </p:sp>
    </p:spTree>
    <p:extLst>
      <p:ext uri="{BB962C8B-B14F-4D97-AF65-F5344CB8AC3E}">
        <p14:creationId xmlns:p14="http://schemas.microsoft.com/office/powerpoint/2010/main" val="186755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ABOUT MySQL</a:t>
            </a:r>
          </a:p>
        </p:txBody>
      </p:sp>
    </p:spTree>
    <p:extLst>
      <p:ext uri="{BB962C8B-B14F-4D97-AF65-F5344CB8AC3E}">
        <p14:creationId xmlns:p14="http://schemas.microsoft.com/office/powerpoint/2010/main" val="604149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Some popular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RDBMSes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are MySQL, Oracle SQL Server, Microsoft SQL Server, PostgreSQL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MySQL is an open-source RDBMS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Part of the LAMP/WAMP/MAMP stack – others being Linux/Windows/Mac OS, Apache server and PHP/Perl/Python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MySQL users include Google and Facebook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Available for Windows, Linux and Mac OS etc.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  <a:effectLst/>
              </a:rPr>
              <a:t> Has been around for more than 20 years</a:t>
            </a:r>
          </a:p>
        </p:txBody>
      </p:sp>
    </p:spTree>
    <p:extLst>
      <p:ext uri="{BB962C8B-B14F-4D97-AF65-F5344CB8AC3E}">
        <p14:creationId xmlns:p14="http://schemas.microsoft.com/office/powerpoint/2010/main" val="518565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– 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To launch the MySQL server and connect using MySQL client, follow the steps mentioned here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https://dev.mysql.com/doc/mysql-getting-started/en/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You will need to know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 Location where MySQL is installed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user name 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(usually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root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) and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password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 (this would be setup by the one who installed MySQL)</a:t>
            </a:r>
          </a:p>
          <a:p>
            <a:pPr>
              <a:buFont typeface="Wingdings" pitchFamily="2" charset="2"/>
              <a:buChar char="Ø"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You should start the MySQL Server (if not already running)</a:t>
            </a:r>
          </a:p>
          <a:p>
            <a:pPr marL="12801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hlinkClick r:id="rId3"/>
              </a:rPr>
              <a:t>https://stackoverflow.com/questions/1509148/how-to-start-mysql-server-on-windows-xp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To start CLI client (you will be prompted for password)</a:t>
            </a:r>
          </a:p>
          <a:p>
            <a:pPr marL="0" indent="0">
              <a:buNone/>
            </a:pPr>
            <a:r>
              <a:rPr lang="en-IN" sz="2600" dirty="0"/>
              <a:t>	$&gt; </a:t>
            </a:r>
            <a:r>
              <a:rPr lang="en-IN" sz="2600" dirty="0" err="1"/>
              <a:t>mysql</a:t>
            </a:r>
            <a:r>
              <a:rPr lang="en-IN" sz="2600" dirty="0"/>
              <a:t> -u root –p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We will use MySQL Workbench (the GUI client) in the training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712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Before Getting Started With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559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Multi-line comments</a:t>
            </a:r>
          </a:p>
          <a:p>
            <a:pPr marL="17373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/*</a:t>
            </a:r>
          </a:p>
          <a:p>
            <a:pPr marL="17373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This comment spans</a:t>
            </a:r>
          </a:p>
          <a:p>
            <a:pPr marL="17373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multiple lines</a:t>
            </a:r>
          </a:p>
          <a:p>
            <a:pPr marL="17373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*/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Single-line comment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-- This is a comment which CANNOT span multiple lines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2566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STRING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String literals may be single-quoted or double-quoted</a:t>
            </a:r>
          </a:p>
          <a:p>
            <a:pPr marL="1225296" lvl="8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’hello’</a:t>
            </a:r>
          </a:p>
          <a:p>
            <a:pPr marL="1225296" lvl="8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 “world”</a:t>
            </a:r>
          </a:p>
          <a:p>
            <a:pPr marL="1225296" lvl="8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Special characters have escape sequences</a:t>
            </a:r>
          </a:p>
          <a:p>
            <a:pPr lvl="3">
              <a:buFont typeface="Wingdings" pitchFamily="2" charset="2"/>
              <a:buChar char="Ø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 ‘it\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’s a beautiful day’ – here the \’ is a single character representing a single-quote</a:t>
            </a:r>
          </a:p>
          <a:p>
            <a:pPr lvl="3">
              <a:buFont typeface="Wingdings" pitchFamily="2" charset="2"/>
              <a:buChar char="Ø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 Some other escape sequences are \”, \n, \%, \_</a:t>
            </a:r>
          </a:p>
          <a:p>
            <a:pPr lvl="3">
              <a:buFont typeface="Wingdings" pitchFamily="2" charset="2"/>
              <a:buChar char="Ø"/>
            </a:pP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 Note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: % and _ are used as wildcard characters in string matching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Apart from these, in order to work with tables, databases etc. whose names may have special characters, those names are enclosed in backticks (``). Backticks cannot be used for string literals.</a:t>
            </a:r>
          </a:p>
          <a:p>
            <a:pPr marL="12801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* from `expedited-orders`;</a:t>
            </a:r>
          </a:p>
          <a:p>
            <a:pPr lvl="3">
              <a:buFont typeface="Wingdings" pitchFamily="2" charset="2"/>
              <a:buChar char="Ø"/>
            </a:pPr>
            <a:endParaRPr lang="en-IN" sz="28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1163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SQL Syntax (DML)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Create-Read-Update-Delete (CRUD)</a:t>
            </a:r>
          </a:p>
        </p:txBody>
      </p:sp>
    </p:spTree>
    <p:extLst>
      <p:ext uri="{BB962C8B-B14F-4D97-AF65-F5344CB8AC3E}">
        <p14:creationId xmlns:p14="http://schemas.microsoft.com/office/powerpoint/2010/main" val="1672943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SQL </a:t>
            </a:r>
            <a:r>
              <a:rPr lang="en-US" dirty="0" err="1"/>
              <a:t>StatementS</a:t>
            </a:r>
            <a:r>
              <a:rPr lang="en-US" dirty="0"/>
              <a:t> – 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FROM contacts;*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FROM contacts;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In general…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 col1, col2, … FROM table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 * FROM table;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Note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: Multiple tables can be queried as we shall see later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* SQL commands are not case-sensitive – SELECT is same as Select/select etc. Table names may or may not be case-sensitive (Windows/Mac OS they are not, in Linux they are)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8845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SQL </a:t>
            </a:r>
            <a:r>
              <a:rPr lang="en-US" dirty="0" err="1"/>
              <a:t>StatementS</a:t>
            </a:r>
            <a:r>
              <a:rPr lang="en-US" dirty="0"/>
              <a:t> –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INSERT INTO contacts (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) VALUES (“Barry”);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INSERT INTO contacts (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) VALUES (“Barry”, “Brown”);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In general…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INSERT INTO table (col1, col2, …) VALUES (val1, val2, …);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INSERT INTO table VALUES (val1, val2, …);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561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SQL </a:t>
            </a:r>
            <a:r>
              <a:rPr lang="en-US" dirty="0" err="1"/>
              <a:t>StatementS</a:t>
            </a:r>
            <a:r>
              <a:rPr lang="en-US" dirty="0"/>
              <a:t> –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UPDATE contacts SET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= “Spencer” WHERE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= “Barry”;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UPDATE contacts SET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= “Spencer”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In general…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UPDATE table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   SET col1 = val1, col2 = val2, …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   WHERE &lt;condition&gt;;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0574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SQL </a:t>
            </a:r>
            <a:r>
              <a:rPr lang="en-US" dirty="0" err="1"/>
              <a:t>StatementS</a:t>
            </a:r>
            <a:r>
              <a:rPr lang="en-US" dirty="0"/>
              <a:t> –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DELETE from contacts WHERE id = 2;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In general…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DELETE from table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   WHERE &lt;condition&gt;;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DELETE from contacts;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     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</a:rPr>
              <a:t>WARNING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: You probably should NEVER do this!!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8171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SQL Syntax (DML)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817601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 basically answers questions you have</a:t>
            </a:r>
          </a:p>
          <a:p>
            <a:pPr lvl="1">
              <a:buFont typeface="Wingdings" pitchFamily="2" charset="2"/>
              <a:buChar char="Ø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Who are all my contacts?</a:t>
            </a:r>
          </a:p>
          <a:p>
            <a:pPr lvl="1">
              <a:buFont typeface="Wingdings" pitchFamily="2" charset="2"/>
              <a:buChar char="Ø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Who are the contacts with first name Jane?</a:t>
            </a:r>
          </a:p>
          <a:p>
            <a:pPr lvl="1">
              <a:buFont typeface="Wingdings" pitchFamily="2" charset="2"/>
              <a:buChar char="Ø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How many contacts do I have?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1725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HARD-CODED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 hard-coded selection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val1, val2, …;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‘hello’, ‘world’;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‘hello’ AS col1, ‘world’ AS col2;</a:t>
            </a:r>
          </a:p>
          <a:p>
            <a:pPr marL="0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9490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NORMAL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Selecting a set of columns from a table</a:t>
            </a:r>
          </a:p>
          <a:p>
            <a:pPr marL="128016" lvl="1" indent="0">
              <a:buNone/>
            </a:pPr>
            <a:r>
              <a:rPr lang="en-IN" sz="40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SELECT col1, col2, … FROM table;</a:t>
            </a:r>
          </a:p>
          <a:p>
            <a:pPr marL="12801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FROM contacts;</a:t>
            </a:r>
          </a:p>
          <a:p>
            <a:pPr marL="128016" lvl="1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33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IN" sz="33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300" dirty="0">
                <a:solidFill>
                  <a:schemeClr val="accent1">
                    <a:lumMod val="75000"/>
                  </a:schemeClr>
                </a:solidFill>
              </a:rPr>
              <a:t> AS </a:t>
            </a:r>
            <a:r>
              <a:rPr lang="en-IN" sz="3300" dirty="0" err="1">
                <a:solidFill>
                  <a:schemeClr val="accent1">
                    <a:lumMod val="75000"/>
                  </a:schemeClr>
                </a:solidFill>
              </a:rPr>
              <a:t>fname</a:t>
            </a:r>
            <a:r>
              <a:rPr lang="en-IN" sz="33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3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300" dirty="0">
                <a:solidFill>
                  <a:schemeClr val="accent1">
                    <a:lumMod val="75000"/>
                  </a:schemeClr>
                </a:solidFill>
              </a:rPr>
              <a:t> AS </a:t>
            </a:r>
            <a:r>
              <a:rPr lang="en-IN" sz="3300" dirty="0" err="1">
                <a:solidFill>
                  <a:schemeClr val="accent1">
                    <a:lumMod val="75000"/>
                  </a:schemeClr>
                </a:solidFill>
              </a:rPr>
              <a:t>lname</a:t>
            </a:r>
            <a:r>
              <a:rPr lang="en-IN" sz="3300" dirty="0">
                <a:solidFill>
                  <a:schemeClr val="accent1">
                    <a:lumMod val="75000"/>
                  </a:schemeClr>
                </a:solidFill>
              </a:rPr>
              <a:t> 	FROM contacts;</a:t>
            </a:r>
          </a:p>
          <a:p>
            <a:pPr marL="128016" lvl="1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1450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TABLE NAME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Qualify the table name in column list specification – is clearer, allows auto-completion, and can be efficient (when using multiple tables in query)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contacts.first_name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contacts.last_name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FROM contacts;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Alias for the table name can also be provided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c.first_name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c.last_name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FROM contacts c;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33177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-The *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Selecting all columns from a table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* FROM table;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Tip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: If you are not actually using many column values returned by the query, then explicitly select columns.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4778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DISTINCT AND NOT DISTINCT </a:t>
            </a:r>
            <a:r>
              <a:rPr lang="en-US" dirty="0" err="1"/>
              <a:t>ClauseS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DISTINCT is used to select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unique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rows from table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FROM contacts;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vs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DISTINCT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FROM contacts;</a:t>
            </a:r>
          </a:p>
          <a:p>
            <a:pPr marL="0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age FROM contacts;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vs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DISTINCT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age FROM contacts;</a:t>
            </a:r>
          </a:p>
          <a:p>
            <a:pPr marL="0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498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Selects a subset of rows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* FROM table WHERE &lt;condition&gt;;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FROM contacts WHERE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= 	‘Jane’;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Note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: IN SQL, order of clauses is to be maintained. WHERE comes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after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FROM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07399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: 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342" y="2072640"/>
            <a:ext cx="4195572" cy="40233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Conditions in SQL can use any of these Boolean operators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Additionally, the NOT operator is used to negate conditions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88EA24-25A2-C048-9260-507434387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404461"/>
              </p:ext>
            </p:extLst>
          </p:nvPr>
        </p:nvGraphicFramePr>
        <p:xfrm>
          <a:off x="5373242" y="2084832"/>
          <a:ext cx="601865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8">
                  <a:extLst>
                    <a:ext uri="{9D8B030D-6E8A-4147-A177-3AD203B41FA5}">
                      <a16:colId xmlns:a16="http://schemas.microsoft.com/office/drawing/2014/main" val="3659446323"/>
                    </a:ext>
                  </a:extLst>
                </a:gridCol>
                <a:gridCol w="4686299">
                  <a:extLst>
                    <a:ext uri="{9D8B030D-6E8A-4147-A177-3AD203B41FA5}">
                      <a16:colId xmlns:a16="http://schemas.microsoft.com/office/drawing/2014/main" val="109550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 it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27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58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Equals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50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9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than or Equals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16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33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than or equals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523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BETWEEN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in the range (includes the bounds)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97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matches pattern (uses %, _ in strings)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85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in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91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to Equals but only for NULL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17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Similar to Not Equals but only for NULL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44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155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: 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342" y="2072640"/>
            <a:ext cx="10522458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…WHERE age BETWEEN 18 and 65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…WHERE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LIKE ‘J%’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…WHERE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LIKE ‘D_ _’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…WHERE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LIKE ‘%e%’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…WHERE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IN (‘Doe’, ‘Summers’)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...WHERE age IS NULL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...WHERE age IS NOT NULL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6125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: COMBINING INDIVIDUAL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AND keyword</a:t>
            </a:r>
          </a:p>
          <a:p>
            <a:pPr marL="1271016" lvl="8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SELECT * FROM contacts</a:t>
            </a:r>
          </a:p>
          <a:p>
            <a:pPr marL="1271016" lvl="8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WHERE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= ‘Jane’ AND age &lt;= 30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OR keyword</a:t>
            </a:r>
          </a:p>
          <a:p>
            <a:pPr marL="1271016" lvl="8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SELECT * FROM contacts</a:t>
            </a:r>
          </a:p>
          <a:p>
            <a:pPr marL="1271016" lvl="8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WHERE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= ‘Jane’ OR age &lt;= 30</a:t>
            </a:r>
          </a:p>
          <a:p>
            <a:pPr marL="128016" lvl="1" indent="0">
              <a:buNone/>
            </a:pP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3342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ORDER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Sorts the selected rows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SELECT * FROM table WHERE &lt;condition&gt; ORDER BY 	&lt;condition&gt;;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SELECT * FROM table ORDER BY &lt;condition&gt;;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Example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SELECT * FROM contacts ORDER BY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Condition can include multiple comma-separated list of columns. The sort happens on first column, ties are broken by sorting on second column, and so on.</a:t>
            </a:r>
          </a:p>
          <a:p>
            <a:pPr marL="0" indent="0">
              <a:buNone/>
            </a:pPr>
            <a:r>
              <a:rPr lang="en-IN" sz="3700" dirty="0">
                <a:solidFill>
                  <a:schemeClr val="accent1">
                    <a:lumMod val="75000"/>
                  </a:schemeClr>
                </a:solidFill>
              </a:rPr>
              <a:t>	SELECT * FROM contacts ORDER BY </a:t>
            </a:r>
            <a:r>
              <a:rPr lang="en-IN" sz="37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7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7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endParaRPr lang="en-IN" sz="37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5779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ORDER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Sorts the selected rows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SELECT * FROM table WHERE &lt;condition&gt; ORDER BY 	&lt;condition&gt;;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SELECT * FROM table ORDER BY &lt;condition&gt;;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Example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	SELECT * FROM contacts ORDER BY </a:t>
            </a:r>
            <a:r>
              <a:rPr lang="en-IN" sz="36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0689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ORDER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Condition can include multiple comma-separated list of columns. The sort happens on first column, ties are broken by sorting on second column, and so on.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* FROM contacts ORDER BY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Sort order is ascending (by default), but can be made descending</a:t>
            </a:r>
          </a:p>
          <a:p>
            <a:pPr marL="128016" lvl="1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SELECT * FROM contacts ORDER BY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ASC,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DESC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7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7931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Computes new values from a column’s values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Used in place of column in select list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Take column name as input, and output an aggregate value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Used with DISTINCT to get aggregate unique values of column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EA5266-43C9-5946-B618-F873BAC47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971778"/>
              </p:ext>
            </p:extLst>
          </p:nvPr>
        </p:nvGraphicFramePr>
        <p:xfrm>
          <a:off x="1422400" y="4379468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195605918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80092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3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 of the column specified (includes NULL values only if * is used)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62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 value in the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9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 value in the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314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of all values in the column (can be used only for numeric)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485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 of all values in the column (can be used only for numeric)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660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798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SELECT COUNT(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) FROM contacts;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SELECT MAX(age) FROM contacts;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SELECT AVG(age) FROM contacts;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SELECT AVG(age) AS AVERAGE_AGE FROM contacts;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SELECT AVG(age) AS AVERAGE_AGE_OF_DOES FROM contacts WHERE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= ’Doe’;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SELECT COUNT(DISTINCT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) FROM contacts;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2119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GROUP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2286000"/>
            <a:ext cx="10507472" cy="402336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Partitions the rows into subsets, thus forming groups of rows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Aggregate functions can also be computed on the subsets, thus forming 1 row for every subset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However, column used in GROUP BY must also appear in select list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Appears after WHERE clause (if exists)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    SELECT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, COUNT(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) FROM contacts GROUP BY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7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6351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HAVING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Works against GROUP BY clause, the way WHERE works against SELECT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Filters the subsets created by GROUP BY clause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, COUNT(*)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FROM contacts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GROUP BY 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endParaRPr lang="en-IN" sz="29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HAVING COUNT(*) &gt;= 2;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Alternatively, using an alias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SELECT 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, COUNT(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) AS 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last_name_count</a:t>
            </a:r>
            <a:endParaRPr lang="en-IN" sz="29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FROM contacts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GROUP BY 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endParaRPr lang="en-IN" sz="29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	HAVING </a:t>
            </a:r>
            <a:r>
              <a:rPr lang="en-IN" sz="2900" dirty="0" err="1">
                <a:solidFill>
                  <a:schemeClr val="accent1">
                    <a:lumMod val="75000"/>
                  </a:schemeClr>
                </a:solidFill>
              </a:rPr>
              <a:t>last_name_count</a:t>
            </a:r>
            <a:r>
              <a:rPr lang="en-IN" sz="2900" dirty="0">
                <a:solidFill>
                  <a:schemeClr val="accent1">
                    <a:lumMod val="75000"/>
                  </a:schemeClr>
                </a:solidFill>
              </a:rPr>
              <a:t> &gt;= 2;</a:t>
            </a:r>
          </a:p>
          <a:p>
            <a:pPr marL="0" indent="0"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94111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LIMIT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You can limit the number of rows retrieved using this</a:t>
            </a:r>
          </a:p>
          <a:p>
            <a:pPr marL="128016" lvl="1" indent="0" latinLnBrk="1">
              <a:buNone/>
            </a:pPr>
            <a:r>
              <a:rPr lang="en-IN" sz="25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SELECT column1, column2, ...</a:t>
            </a:r>
          </a:p>
          <a:p>
            <a:pPr marL="128016" lvl="1" indent="0" latinLnBrk="1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FROM table</a:t>
            </a:r>
          </a:p>
          <a:p>
            <a:pPr marL="128016" lvl="1" indent="0" latinLnBrk="1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LIMIT offset , count;</a:t>
            </a:r>
          </a:p>
          <a:p>
            <a:pPr latinLnBrk="1"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For example to start from the 101</a:t>
            </a:r>
            <a:r>
              <a:rPr lang="en-IN" sz="3200" baseline="30000" dirty="0">
                <a:solidFill>
                  <a:schemeClr val="accent1">
                    <a:lumMod val="75000"/>
                  </a:schemeClr>
                </a:solidFill>
              </a:rPr>
              <a:t>st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row* and retrieve 10 rows,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SELECT * 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FROM contacts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LIMIT 100, 10  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This clause helps implement pagination in applications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* The offset of the first row is 0 and not 1</a:t>
            </a: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976693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SQL Syntax (DML)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SELECT - USING JOINS TO RETRIEVE DATA FROM MULTIPLE TABLES</a:t>
            </a:r>
          </a:p>
        </p:txBody>
      </p:sp>
    </p:spTree>
    <p:extLst>
      <p:ext uri="{BB962C8B-B14F-4D97-AF65-F5344CB8AC3E}">
        <p14:creationId xmlns:p14="http://schemas.microsoft.com/office/powerpoint/2010/main" val="33845934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– COMBINING DATA FROM MANY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Select data from multiple tables using joins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WHERE clause is typically included 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WHERE clause filters rows included from each table, and provides conditions to join rows from different tables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There are different types of joins</a:t>
            </a:r>
          </a:p>
          <a:p>
            <a:pPr marL="0" indent="0"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68200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400"/>
            <a:ext cx="9720073" cy="4023360"/>
          </a:xfrm>
        </p:spPr>
        <p:txBody>
          <a:bodyPr/>
          <a:lstStyle/>
          <a:p>
            <a:r>
              <a:rPr lang="en-US" dirty="0"/>
              <a:t>Consider the following structure for rest of the section on joins.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A377F-690B-814F-BBB6-1A44458E1B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51128" y="2777066"/>
          <a:ext cx="439013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172">
                  <a:extLst>
                    <a:ext uri="{9D8B030D-6E8A-4147-A177-3AD203B41FA5}">
                      <a16:colId xmlns:a16="http://schemas.microsoft.com/office/drawing/2014/main" val="877942864"/>
                    </a:ext>
                  </a:extLst>
                </a:gridCol>
                <a:gridCol w="1931586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1463379">
                  <a:extLst>
                    <a:ext uri="{9D8B030D-6E8A-4147-A177-3AD203B41FA5}">
                      <a16:colId xmlns:a16="http://schemas.microsoft.com/office/drawing/2014/main" val="3410035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Anthony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5FD94B-931D-CF47-955F-A0646E610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436541"/>
              </p:ext>
            </p:extLst>
          </p:nvPr>
        </p:nvGraphicFramePr>
        <p:xfrm>
          <a:off x="5822697" y="2777066"/>
          <a:ext cx="50485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03">
                  <a:extLst>
                    <a:ext uri="{9D8B030D-6E8A-4147-A177-3AD203B41FA5}">
                      <a16:colId xmlns:a16="http://schemas.microsoft.com/office/drawing/2014/main" val="3171704356"/>
                    </a:ext>
                  </a:extLst>
                </a:gridCol>
                <a:gridCol w="4025901">
                  <a:extLst>
                    <a:ext uri="{9D8B030D-6E8A-4147-A177-3AD203B41FA5}">
                      <a16:colId xmlns:a16="http://schemas.microsoft.com/office/drawing/2014/main" val="55638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0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john.doe@example.com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76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3"/>
                        </a:rPr>
                        <a:t>john.doe@gmail.com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4"/>
                        </a:rPr>
                        <a:t>jane.doe@example.com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jane.summers@example.com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15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dorothy.summers@example.com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005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5557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Cross product (Cartesian product) of rows from tables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No WHERE clause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Not very useful, and not sensible in most cases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SELECT * FROM contacts, emails;</a:t>
            </a:r>
          </a:p>
          <a:p>
            <a:pPr marL="0" indent="0"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72428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Most typical join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Most common usage relates primary key in one table to corresponding foreign key in another table, using a condition.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SELECT *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FROM contacts c INNER JOIN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emailids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e ON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c.id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e.contact_id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Does not have rows from either table that have no match</a:t>
            </a: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33372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Has rows from table to left of JOIN clause that have no match in the table to right of the clause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NULL values for unmatched row’s column values for the right side table.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SELECT *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FROM contacts c LEFT OUTER JOIN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emailids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e ON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c.id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e.contact_id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7189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Has rows from table to right of JOIN clause that have no match in the table to left of the clause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NULL values for unmatched row’s column values for the left side table.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SELECT *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FROM contacts c RIGHT OUTER JOIN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emailids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e ON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c.id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e.contact_id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3915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Has rows from either table that have no match – NULL values for column values for these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SELECT *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	FROM contacts c FULL OUTER JOIN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emailids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e ON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c.id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IN" sz="2600" dirty="0" err="1">
                <a:solidFill>
                  <a:schemeClr val="accent1">
                    <a:lumMod val="75000"/>
                  </a:schemeClr>
                </a:solidFill>
              </a:rPr>
              <a:t>e.contact_id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MySQL does not support full outer join. They can be emulated using the UNION operator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SELECT *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FROM contacts c LEFT OUTER JOIN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emailids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e ON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c.id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e.contact_id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UNION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SELECT *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FROM contacts c RIGHT OUTER JOIN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emailids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e ON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c.id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e.contact_id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23764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Joins a table to itself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Usually used when a column in a table references values from another (or same) column in the same table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Arises for example in hierarchical data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Example: An employee table where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manager_id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refers to id column from the table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9211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SQL Syntax (DML)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7698680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Can insert records into only one table at a time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 general…</a:t>
            </a:r>
          </a:p>
          <a:p>
            <a:pPr marL="17373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INSERT INTO table (col1, col2, …) VALUES (val1, val2, …);</a:t>
            </a:r>
          </a:p>
          <a:p>
            <a:pPr marL="17373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INSERT INTO table VALUES (val1, val2, …);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</a:t>
            </a:r>
          </a:p>
          <a:p>
            <a:pPr marL="12801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INSERT INTO contacts(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) VALUES ( ‘John’, ‘Doe’, 32);</a:t>
            </a:r>
          </a:p>
          <a:p>
            <a:pPr marL="12801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INSERT INTO contacts(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) VALUES ( ‘Philip’, NULL, 28);</a:t>
            </a:r>
          </a:p>
          <a:p>
            <a:pPr marL="128016" lvl="1" indent="0">
              <a:buNone/>
            </a:pP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7360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Multiple rows can be created simultaneously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INSERT INTO contacts VALUES ('Jennifer', 'Garner', 5), ('Tony', 'Stark', 6);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You can also select rows from another query and insert those</a:t>
            </a:r>
          </a:p>
          <a:p>
            <a:pPr marL="17373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INSERT INTO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contacts_family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173736" lvl="1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SELECT * FROM contacts where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= ‘Doe’;</a:t>
            </a:r>
          </a:p>
          <a:p>
            <a:pPr marL="128016" lvl="1" indent="0">
              <a:buNone/>
            </a:pP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8912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SQL Syntax (DML)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7872920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Can update records of only one table at a time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 WHERE clause is not necessary, but is a bad idea to omit it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SQL Workbench turns on safe update mode by default which prevents update without a WHERE clause having a key column*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 general…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UPDATE table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SET col1 = val1, col2 = val2, …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WHERE &lt;condition&gt;;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* </a:t>
            </a:r>
            <a:r>
              <a:rPr lang="en-IN" sz="15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https://stackoverflow.com/questions/11448068/mysql-error-code-1175-during-update-in-mysql-workbench</a:t>
            </a:r>
            <a:endParaRPr lang="en-IN" sz="15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53191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SQL Syntax (DML)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22502032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Can delete records of only one table at a time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Deletion is permanent!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 WHERE clause is not necessary, but is a bad idea to omit it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SQL Workbench turns on safe update mode by default which prevents delete without a WHERE clause having a key column* 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This is ok though!</a:t>
            </a:r>
          </a:p>
          <a:p>
            <a:pPr marL="310896" lvl="2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  DELETE FROM contacts WHERE id &gt; 0;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 general…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DELETE from table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WHERE &lt;condition&gt;;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* </a:t>
            </a:r>
            <a:r>
              <a:rPr lang="en-IN" sz="15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https://stackoverflow.com/questions/11448068/mysql-error-code-1175-during-update-in-mysql-workbench</a:t>
            </a:r>
            <a:endParaRPr lang="en-IN" sz="15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25628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CREATING DATABASES AND TABLES</a:t>
            </a:r>
          </a:p>
        </p:txBody>
      </p:sp>
    </p:spTree>
    <p:extLst>
      <p:ext uri="{BB962C8B-B14F-4D97-AF65-F5344CB8AC3E}">
        <p14:creationId xmlns:p14="http://schemas.microsoft.com/office/powerpoint/2010/main" val="4954761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GUI tools have interface to create databases and tables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However we may need to do these tasks at the application level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So it is better to know DDL statements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6620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DATABASE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 USE command scopes future queries to a DB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USE &lt;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database_name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&gt;;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USE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storedb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SELECT * FROM products …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Without the use command, we would need to scope the table to the DB explicitly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SELECT * FROM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storedb.products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…</a:t>
            </a:r>
          </a:p>
          <a:p>
            <a:pPr marL="128016" lvl="1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70370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DATABASE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Not part of the SQL standard – but it is similar across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DBMSes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Syntax and example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DATABASE &lt;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db_name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&gt;;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DATABASE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storedb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46053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DATABASE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Not part of the SQL standard – but it is similar across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DBMSes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Removes the database entirely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Syntax and example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DROP DATABASE &lt;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db_name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&gt;;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DROP DATABASE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storedb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47315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SQL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8161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Data types affect the kind of data that can be stored in a column</a:t>
            </a: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36C077-E818-484B-86D6-EC9C6A056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731751"/>
              </p:ext>
            </p:extLst>
          </p:nvPr>
        </p:nvGraphicFramePr>
        <p:xfrm>
          <a:off x="749300" y="2332566"/>
          <a:ext cx="10972800" cy="4131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800">
                  <a:extLst>
                    <a:ext uri="{9D8B030D-6E8A-4147-A177-3AD203B41FA5}">
                      <a16:colId xmlns:a16="http://schemas.microsoft.com/office/drawing/2014/main" val="3955690621"/>
                    </a:ext>
                  </a:extLst>
                </a:gridCol>
                <a:gridCol w="8352000">
                  <a:extLst>
                    <a:ext uri="{9D8B030D-6E8A-4147-A177-3AD203B41FA5}">
                      <a16:colId xmlns:a16="http://schemas.microsoft.com/office/drawing/2014/main" val="2143119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9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CHAR, NCHAR*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hold N character values - set to N statically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4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VARCHAR, NVARCHAR*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Can hold N character values - set to N dynamically – storage can be less than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221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Hexadecimal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663476"/>
                  </a:ext>
                </a:extLst>
              </a:tr>
              <a:tr h="423334">
                <a:tc>
                  <a:txBody>
                    <a:bodyPr/>
                    <a:lstStyle/>
                    <a:p>
                      <a:r>
                        <a:rPr lang="en-US" dirty="0"/>
                        <a:t>SMALLINT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  <a:r>
                        <a:rPr lang="en-US" baseline="30000" dirty="0"/>
                        <a:t>15</a:t>
                      </a:r>
                      <a:r>
                        <a:rPr lang="en-US" baseline="0" dirty="0"/>
                        <a:t> to </a:t>
                      </a: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15</a:t>
                      </a:r>
                      <a:r>
                        <a:rPr lang="en-US" baseline="0" dirty="0"/>
                        <a:t> - 1</a:t>
                      </a:r>
                      <a:endParaRPr 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385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-2</a:t>
                      </a:r>
                      <a:r>
                        <a:rPr lang="en-US" baseline="30000" dirty="0"/>
                        <a:t>31</a:t>
                      </a:r>
                      <a:r>
                        <a:rPr lang="en-US" baseline="0" dirty="0"/>
                        <a:t> to </a:t>
                      </a: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31</a:t>
                      </a:r>
                      <a:r>
                        <a:rPr lang="en-US" baseline="0" dirty="0"/>
                        <a:t> - 1</a:t>
                      </a:r>
                      <a:endParaRPr 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97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-2</a:t>
                      </a:r>
                      <a:r>
                        <a:rPr lang="en-US" baseline="30000" dirty="0"/>
                        <a:t>63</a:t>
                      </a:r>
                      <a:r>
                        <a:rPr lang="en-US" baseline="0" dirty="0"/>
                        <a:t> to </a:t>
                      </a: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63</a:t>
                      </a:r>
                      <a:r>
                        <a:rPr lang="en-US" baseline="0" dirty="0"/>
                        <a:t> - 1</a:t>
                      </a:r>
                      <a:endParaRPr 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and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88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YEAR, MONTH and DAY in the format YYYY-MM-DD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7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HOUR, MINUTE and SECOND in the format HH:MM:SS[.</a:t>
                      </a:r>
                      <a:r>
                        <a:rPr lang="en-US" dirty="0" err="1"/>
                        <a:t>sF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50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 DATE and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933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A96AE6-BD47-314A-B252-41A9BB57B492}"/>
              </a:ext>
            </a:extLst>
          </p:cNvPr>
          <p:cNvSpPr txBox="1"/>
          <p:nvPr/>
        </p:nvSpPr>
        <p:spPr>
          <a:xfrm>
            <a:off x="693928" y="6489700"/>
            <a:ext cx="5289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NCHAR and NVARCHAR can store Unicode characters</a:t>
            </a:r>
          </a:p>
        </p:txBody>
      </p:sp>
    </p:spTree>
    <p:extLst>
      <p:ext uri="{BB962C8B-B14F-4D97-AF65-F5344CB8AC3E}">
        <p14:creationId xmlns:p14="http://schemas.microsoft.com/office/powerpoint/2010/main" val="7652765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Is part of the SQL standard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Simplest syntax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    CREATE TABLE &lt;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table_name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&gt; ( col1_name col1_type, col2_name, col2_type, … 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    CREATE TABLE contacts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    (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age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	id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    );</a:t>
            </a:r>
          </a:p>
          <a:p>
            <a:pPr>
              <a:buFont typeface="Wingdings" pitchFamily="2" charset="2"/>
              <a:buChar char="Ø"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97888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TABLE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Is part of the SQL standard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Removes a table from the database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Simplest syntax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DROP TABLE &lt;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table_name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&gt;;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 MySQL you can drop multiple tables in one go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DROP TABLE &lt;table_1_name&gt;, &lt;table_2_name&gt;, …;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31054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TRUNCATE TABLE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Is part of the SQL standard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It removes all the rows from the table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Syntax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TRUNCATE TABLE &lt;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table_name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&gt;;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Unlike DELETE * FROM &lt;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table_name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&gt;, the truncate operation cannot be rolled back when part of a transaction.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23047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5F9-7420-2E43-ADA2-8B3D02D82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COLUMN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BE93A-2737-064A-AA25-A956F1C2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CONSTRAINTS ON VALUES THAT CAN BE STORED IN A COLUMN</a:t>
            </a:r>
          </a:p>
        </p:txBody>
      </p:sp>
    </p:spTree>
    <p:extLst>
      <p:ext uri="{BB962C8B-B14F-4D97-AF65-F5344CB8AC3E}">
        <p14:creationId xmlns:p14="http://schemas.microsoft.com/office/powerpoint/2010/main" val="28910352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Column constraints are restrictions placed on a column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Examples</a:t>
            </a:r>
          </a:p>
          <a:p>
            <a:pPr lvl="2">
              <a:buFont typeface="Wingdings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A value MUST be present in a column –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eg.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contacts table</a:t>
            </a:r>
          </a:p>
          <a:p>
            <a:pPr lvl="2">
              <a:buFont typeface="Wingdings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A value must be unique in a column –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eg.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email must be unique in contacts table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They further help enforce data integrity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They are specified as a space separated list, after the data type for column, when creating tables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CREATE TABLE &lt;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table_name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&gt; ( col1_name col1_type constraint1 constraint2 …, … )</a:t>
            </a:r>
          </a:p>
          <a:p>
            <a:pPr>
              <a:buFont typeface="Wingdings" pitchFamily="2" charset="2"/>
              <a:buChar char="Ø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0387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NULL is a special value in SQL (it is a keyword)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Indicates a missing value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Column value may be required, or not required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Required columns cannot have missing values and hence, constrained to be NOT NULL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By default columns are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constrained to be NOT NULL – hence they can have missing values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67523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NOT NULL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TABLE contacts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	(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age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id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NOT NULL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	); 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69066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 unique value in a row that (uniquely) identifies the row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Can also be composite - a combination of column values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Primary key columns cannot be NULL (i.e. no missing values)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 table can have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only one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primary key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Examples: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email in a contacts table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apartment_address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flat_number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an address table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4896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PRIMARY KEY (COLUMN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CREATE TABLE contacts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    	(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	id </a:t>
            </a:r>
            <a:r>
              <a:rPr lang="en-IN" sz="30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PRIMARY KEY 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0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0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	age </a:t>
            </a:r>
            <a:r>
              <a:rPr lang="en-IN" sz="30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endParaRPr lang="en-IN" sz="3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20474886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PRIMARY KEY (Table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TABLE contacts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	(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id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age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PRIMARY KEY (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);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0019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You can change a table’s schema in the following ways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Add a column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Remove a column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Rename a column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Change the data type of a column (causes data to be converted)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Add a constraint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Remove a constraint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…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Left as self-study 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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Reference: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  <a:hlinkClick r:id="rId2"/>
              </a:rPr>
              <a:t>https://www.tutorialspoint.com/sql/sql-alter-command.htm</a:t>
            </a:r>
            <a:endParaRPr lang="en-IN" dirty="0">
              <a:solidFill>
                <a:schemeClr val="accent1">
                  <a:lumMod val="75000"/>
                </a:schemeClr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54655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Imposes the constraint that column value is unique for every row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You can also constrain a combination of column values to be unique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Examples: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email in a contacts table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Aadhaar number in person table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30586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UNIQUE (COLUMN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TABLE person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	(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aadhaar_number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VARCHAR(12) UNIQUE,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id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PRIMARY KEY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); 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43810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UNIQUE (TABLE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TABLE person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	(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aadhaar_number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VARCHAR(12) UNIQUE,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id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PRIMARY KEY,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UNIQUE (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); 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95858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INCREMENT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Sets up automatically generated sequence of numbers to be filled in as rows get inserted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Useful to generate a column with unique values, especially as a primary key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Examples: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id in a contacts table</a:t>
            </a:r>
          </a:p>
          <a:p>
            <a:pPr>
              <a:buFont typeface="Wingdings" pitchFamily="2" charset="2"/>
              <a:buChar char="Ø"/>
            </a:pPr>
            <a:r>
              <a:rPr lang="en-IN" sz="4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The keyword differs across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DBMSes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*. In MySQL it is AUTO_INCREMENT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Note: Oracle SQL Server uses a command known as CREATE SEQUENCE to create a named sequence generator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* 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https://www.w3schools.com/sql/</a:t>
            </a:r>
            <a:r>
              <a:rPr lang="en-IN" sz="1600" dirty="0" err="1">
                <a:solidFill>
                  <a:schemeClr val="accent1">
                    <a:lumMod val="75000"/>
                  </a:schemeClr>
                </a:solidFill>
                <a:hlinkClick r:id="rId2"/>
              </a:rPr>
              <a:t>sql_autoincrement.asp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2150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AUTO_INCREMENT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CREATE TABLE contacts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	(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id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AUTO_INCREMENT PRIMARY KEY,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first_name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 NOT NULL,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last_name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varchar(40),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	age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	); </a:t>
            </a:r>
          </a:p>
          <a:p>
            <a:pPr>
              <a:buFont typeface="Wingdings" pitchFamily="2" charset="2"/>
              <a:buChar char="Ø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 To start from a value other than 1 use</a:t>
            </a:r>
          </a:p>
          <a:p>
            <a:pPr marL="0" indent="0">
              <a:buNone/>
            </a:pPr>
            <a:r>
              <a:rPr lang="en-IN" sz="3600" dirty="0"/>
              <a:t>	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ALTER TABLE contacts AUTO_INCREMENT = 100;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18061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 value in a row that is a primary key in another table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They represent the relations between tables in an RDBMS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Examples: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address_id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a persons table exists as the primary key id in the addresses table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base_location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employees table exists as the primary key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location_id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the offices table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customer_number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orders table exists as the primary key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customer_number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in the customers table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Checks are performed during CRUD operations in order that data integrity is maintained. This is called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referential integrity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Example: You cannot insert an employee with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base_location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if it does not appear as the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location_id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value for some row in offices table</a:t>
            </a:r>
          </a:p>
          <a:p>
            <a:pPr lvl="5">
              <a:buFont typeface="Courier New" panose="02070309020205020404" pitchFamily="49" charset="0"/>
              <a:buChar char="o"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77154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	- 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70000" lnSpcReduction="20000"/>
          </a:bodyPr>
          <a:lstStyle/>
          <a:p>
            <a:pPr latinLnBrk="1"/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br>
              <a:rPr lang="en-IN" dirty="0"/>
            </a:br>
            <a:r>
              <a:rPr lang="en-IN" dirty="0"/>
              <a:t>CREATE TABLE categories (</a:t>
            </a:r>
          </a:p>
          <a:p>
            <a:pPr latinLnBrk="1"/>
            <a:r>
              <a:rPr lang="en-IN" dirty="0"/>
              <a:t>   </a:t>
            </a:r>
            <a:r>
              <a:rPr lang="en-IN" dirty="0" err="1"/>
              <a:t>cat_id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not null </a:t>
            </a:r>
            <a:r>
              <a:rPr lang="en-IN" dirty="0" err="1"/>
              <a:t>auto_increment</a:t>
            </a:r>
            <a:r>
              <a:rPr lang="en-IN" dirty="0"/>
              <a:t> primary key,</a:t>
            </a:r>
          </a:p>
          <a:p>
            <a:pPr latinLnBrk="1"/>
            <a:r>
              <a:rPr lang="en-IN" dirty="0"/>
              <a:t>   </a:t>
            </a:r>
            <a:r>
              <a:rPr lang="en-IN" dirty="0" err="1"/>
              <a:t>cat_name</a:t>
            </a:r>
            <a:r>
              <a:rPr lang="en-IN" dirty="0"/>
              <a:t> varchar(255) not null,</a:t>
            </a:r>
          </a:p>
          <a:p>
            <a:pPr latinLnBrk="1"/>
            <a:r>
              <a:rPr lang="en-IN" dirty="0"/>
              <a:t>   </a:t>
            </a:r>
            <a:r>
              <a:rPr lang="en-IN" dirty="0" err="1"/>
              <a:t>cat_description</a:t>
            </a:r>
            <a:r>
              <a:rPr lang="en-IN" dirty="0"/>
              <a:t> text</a:t>
            </a:r>
          </a:p>
          <a:p>
            <a:pPr latinLnBrk="1"/>
            <a:r>
              <a:rPr lang="en-IN" dirty="0"/>
              <a:t>)</a:t>
            </a:r>
          </a:p>
          <a:p>
            <a:pPr latinLnBrk="1"/>
            <a:r>
              <a:rPr lang="en-IN" dirty="0"/>
              <a:t>CREATE TABLE products (</a:t>
            </a:r>
          </a:p>
          <a:p>
            <a:pPr latinLnBrk="1"/>
            <a:r>
              <a:rPr lang="en-IN" dirty="0"/>
              <a:t>   </a:t>
            </a:r>
            <a:r>
              <a:rPr lang="en-IN" dirty="0" err="1"/>
              <a:t>prd_id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not null </a:t>
            </a:r>
            <a:r>
              <a:rPr lang="en-IN" dirty="0" err="1"/>
              <a:t>auto_increment</a:t>
            </a:r>
            <a:r>
              <a:rPr lang="en-IN" dirty="0"/>
              <a:t> primary key,</a:t>
            </a:r>
          </a:p>
          <a:p>
            <a:pPr latinLnBrk="1"/>
            <a:r>
              <a:rPr lang="en-IN" dirty="0"/>
              <a:t>   </a:t>
            </a:r>
            <a:r>
              <a:rPr lang="en-IN" dirty="0" err="1"/>
              <a:t>prd_name</a:t>
            </a:r>
            <a:r>
              <a:rPr lang="en-IN" dirty="0"/>
              <a:t> varchar(355) not null,</a:t>
            </a:r>
          </a:p>
          <a:p>
            <a:pPr latinLnBrk="1"/>
            <a:r>
              <a:rPr lang="en-IN" dirty="0"/>
              <a:t>   </a:t>
            </a:r>
            <a:r>
              <a:rPr lang="en-IN" dirty="0" err="1"/>
              <a:t>cat_id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not null,</a:t>
            </a:r>
          </a:p>
          <a:p>
            <a:pPr latinLnBrk="1"/>
            <a:r>
              <a:rPr lang="en-IN" dirty="0"/>
              <a:t>   FOREIGN KEY </a:t>
            </a:r>
            <a:r>
              <a:rPr lang="en-IN" dirty="0" err="1"/>
              <a:t>fk_cat</a:t>
            </a:r>
            <a:r>
              <a:rPr lang="en-IN" dirty="0"/>
              <a:t>(</a:t>
            </a:r>
            <a:r>
              <a:rPr lang="en-IN" dirty="0" err="1"/>
              <a:t>cat_id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   REFERENCES categories(</a:t>
            </a:r>
            <a:r>
              <a:rPr lang="en-IN" dirty="0" err="1"/>
              <a:t>cat_id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79498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DEFAULT: Specifies a value for a column, when an insert statement does not include a value for the column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CHECK: Ensures a value for a column falls within a list of specified values</a:t>
            </a: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54190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4AB-928F-6043-BDAC-A621ACDB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E1C4-D2F2-7F4F-B3EA-D67951F0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55800"/>
            <a:ext cx="10507472" cy="435356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 set of SQL statements that ALL succeed, or ALL fail (atomic)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Useful when some operation involves multiple DB operations that must happen atomically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Eg.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Fund transfer in a band involves simultaneous credit and debit of 2 accounts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Transactions can involve only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DML commands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Eg.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TRUNCATE cannot be part of transaction, but DELETE * can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You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mark the beginning of a transaction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and then either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commit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or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rollback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at the end of the set of SQL queries that are to be executed together.</a:t>
            </a:r>
          </a:p>
          <a:p>
            <a:pPr>
              <a:buFont typeface="Wingdings" pitchFamily="2" charset="2"/>
              <a:buChar char="Ø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In addition, you can have intermediate steps marked using as </a:t>
            </a:r>
            <a:r>
              <a:rPr lang="en-IN" sz="3200" b="1" dirty="0" err="1">
                <a:solidFill>
                  <a:schemeClr val="accent1">
                    <a:lumMod val="75000"/>
                  </a:schemeClr>
                </a:solidFill>
              </a:rPr>
              <a:t>savepoints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(where you can rollback to)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Reference: 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https://www.geeksforgeeks.org/sql-transactions/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128016" lvl="1" indent="0">
              <a:buNone/>
            </a:pP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898554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5409-7C29-F047-97E8-CEF67086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AF927-39A0-3A4A-81D1-21796053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 MySQL site: </a:t>
            </a:r>
            <a:r>
              <a:rPr lang="en-US" dirty="0">
                <a:hlinkClick r:id="rId2"/>
              </a:rPr>
              <a:t>https://dev.mysql.com/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MySQL Official documentation: </a:t>
            </a:r>
            <a:r>
              <a:rPr lang="en-US" dirty="0">
                <a:hlinkClick r:id="rId3"/>
              </a:rPr>
              <a:t>https://dev.mysql.com/doc/refman/8.0/en/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Tutorials on MySQL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w3schools.com: </a:t>
            </a:r>
            <a:r>
              <a:rPr lang="en-US" dirty="0">
                <a:hlinkClick r:id="rId4"/>
              </a:rPr>
              <a:t>https://www.w3schools.com/SQl/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MySQL Tutorials: </a:t>
            </a:r>
            <a:r>
              <a:rPr lang="en-US" dirty="0">
                <a:hlinkClick r:id="rId5"/>
              </a:rPr>
              <a:t>http://www.mysqltutorial.org/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794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F3A6-FE40-B242-8C52-8CA87041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50C0F-E395-B744-B537-5E8286138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This training is provided by </a:t>
            </a:r>
            <a:r>
              <a:rPr lang="en-US" sz="3200" dirty="0" err="1">
                <a:solidFill>
                  <a:schemeClr val="bg1"/>
                </a:solidFill>
              </a:rPr>
              <a:t>Cognixia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Visit </a:t>
            </a:r>
            <a:r>
              <a:rPr lang="en-US" sz="3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www.cognixia.com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4878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3980</TotalTime>
  <Words>3663</Words>
  <Application>Microsoft Macintosh PowerPoint</Application>
  <PresentationFormat>Widescreen</PresentationFormat>
  <Paragraphs>997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7" baseType="lpstr">
      <vt:lpstr>Arial</vt:lpstr>
      <vt:lpstr>Courier New</vt:lpstr>
      <vt:lpstr>Tw Cen MT</vt:lpstr>
      <vt:lpstr>Tw Cen MT Condensed</vt:lpstr>
      <vt:lpstr>Wingdings</vt:lpstr>
      <vt:lpstr>Wingdings 3</vt:lpstr>
      <vt:lpstr>Integral</vt:lpstr>
      <vt:lpstr>Structured Query Language (SQL) and MySQL</vt:lpstr>
      <vt:lpstr>Before we begin…</vt:lpstr>
      <vt:lpstr>Hardware REQUIREMENTS</vt:lpstr>
      <vt:lpstr>SOFTWARE REQUIREMENTS</vt:lpstr>
      <vt:lpstr>Structured Query Language (SQL)</vt:lpstr>
      <vt:lpstr>SQL - What and Why</vt:lpstr>
      <vt:lpstr>RDBMS</vt:lpstr>
      <vt:lpstr>Example: Table in an RDBMS</vt:lpstr>
      <vt:lpstr>Normalization – WhaT IT IS</vt:lpstr>
      <vt:lpstr>Normalization – Why IS IT REQUIRED?</vt:lpstr>
      <vt:lpstr>Normalization – Why IS IT REQUIRED?</vt:lpstr>
      <vt:lpstr>Normalization – HOW</vt:lpstr>
      <vt:lpstr>A Note on DB Design</vt:lpstr>
      <vt:lpstr>Classification OF SQL Statements</vt:lpstr>
      <vt:lpstr>SQL Statement – WhaT IT IS</vt:lpstr>
      <vt:lpstr>CLASSIFICATION OF SQL StatementS</vt:lpstr>
      <vt:lpstr>MySQL</vt:lpstr>
      <vt:lpstr>MySQL</vt:lpstr>
      <vt:lpstr>MySQL – Getting Started</vt:lpstr>
      <vt:lpstr>Before Getting Started With Queries</vt:lpstr>
      <vt:lpstr>SQL COMMENTS</vt:lpstr>
      <vt:lpstr>SQL STRING LITERALS</vt:lpstr>
      <vt:lpstr>Basic SQL Syntax (DML)</vt:lpstr>
      <vt:lpstr>BASIC SQL StatementS – SELECT</vt:lpstr>
      <vt:lpstr>BASIC SQL StatementS – INSERT</vt:lpstr>
      <vt:lpstr>BASIC SQL StatementS – Update</vt:lpstr>
      <vt:lpstr>BASIC SQL StatementS – DELETE</vt:lpstr>
      <vt:lpstr>DETAILED SQL Syntax (DML)</vt:lpstr>
      <vt:lpstr>SELECT</vt:lpstr>
      <vt:lpstr>SELECT – HARD-CODED SELECTION</vt:lpstr>
      <vt:lpstr>SELECT – NORMAL USAGE</vt:lpstr>
      <vt:lpstr>SELECT – TABLE NAME ALIAS</vt:lpstr>
      <vt:lpstr>SELECT -The * WILDCARD</vt:lpstr>
      <vt:lpstr>SELECT – DISTINCT AND NOT DISTINCT ClauseS</vt:lpstr>
      <vt:lpstr>SELECT – WHERE Clause</vt:lpstr>
      <vt:lpstr>DETOUR : Boolean Operators</vt:lpstr>
      <vt:lpstr>DETOUR : Boolean Operators</vt:lpstr>
      <vt:lpstr>DETOUR : COMBINING INDIVIDUAL CONDITIONS</vt:lpstr>
      <vt:lpstr>SELECT – ORDER BY Clause</vt:lpstr>
      <vt:lpstr>SELECT – ORDER BY Clause</vt:lpstr>
      <vt:lpstr>SELECT – ORDER BY Clause</vt:lpstr>
      <vt:lpstr>SELECT – AGGREGATE FUNCTIONS</vt:lpstr>
      <vt:lpstr>SELECT – AGGREGATE FUNCTIONS</vt:lpstr>
      <vt:lpstr>SELECT – GROUP BY Clause</vt:lpstr>
      <vt:lpstr>SELECT – HAVING CLAUSE</vt:lpstr>
      <vt:lpstr>SELECT – LIMIT CLAUSE</vt:lpstr>
      <vt:lpstr>DETAILED SQL Syntax (DML)</vt:lpstr>
      <vt:lpstr>JOINS – COMBINING DATA FROM MANY TABLES</vt:lpstr>
      <vt:lpstr>TABLE STRUCTURE</vt:lpstr>
      <vt:lpstr>CROSS JOIN</vt:lpstr>
      <vt:lpstr>INNER JOIN</vt:lpstr>
      <vt:lpstr>LEFT OUTER JOIN</vt:lpstr>
      <vt:lpstr>RIGHT OUTER JOIN</vt:lpstr>
      <vt:lpstr>FULL OUTER JOIN</vt:lpstr>
      <vt:lpstr>SELF JOIN</vt:lpstr>
      <vt:lpstr>DETAILED SQL Syntax (DML)</vt:lpstr>
      <vt:lpstr>INSERT</vt:lpstr>
      <vt:lpstr>BULK INSERT</vt:lpstr>
      <vt:lpstr>DETAILED SQL Syntax (DML)</vt:lpstr>
      <vt:lpstr>UPDATE</vt:lpstr>
      <vt:lpstr>DETAILED SQL Syntax (DML)</vt:lpstr>
      <vt:lpstr>DELETE</vt:lpstr>
      <vt:lpstr>DDL</vt:lpstr>
      <vt:lpstr>DDL Statements</vt:lpstr>
      <vt:lpstr>USE DATABASE </vt:lpstr>
      <vt:lpstr>CREATE DATABASE </vt:lpstr>
      <vt:lpstr>DROP DATABASE </vt:lpstr>
      <vt:lpstr>CREATE TABLE - SQL DATA TYPES</vt:lpstr>
      <vt:lpstr>CREATE TABLE </vt:lpstr>
      <vt:lpstr>DROP TABLE </vt:lpstr>
      <vt:lpstr>TRUNCATE TABLE </vt:lpstr>
      <vt:lpstr>COLUMN CONSTRAINTS</vt:lpstr>
      <vt:lpstr>Column Constraints</vt:lpstr>
      <vt:lpstr>NULL VALUES</vt:lpstr>
      <vt:lpstr>CREATE TABLE - NOT NULL</vt:lpstr>
      <vt:lpstr>PRIMARY KEY</vt:lpstr>
      <vt:lpstr>CREATE TABLE - PRIMARY KEY (COLUMN LEVEL)</vt:lpstr>
      <vt:lpstr>CREATE TABLE - PRIMARY KEY (Table LEVEL)</vt:lpstr>
      <vt:lpstr>ALTER TABLE</vt:lpstr>
      <vt:lpstr>UNIQUE</vt:lpstr>
      <vt:lpstr>CREATE TABLE - UNIQUE (COLUMN LEVEL)</vt:lpstr>
      <vt:lpstr>CREATE TABLE - UNIQUE (TABLE LEVEL)</vt:lpstr>
      <vt:lpstr>AUTO INCREMENT</vt:lpstr>
      <vt:lpstr>CREATE TABLE - AUTO_INCREMENT</vt:lpstr>
      <vt:lpstr>FOREIGN KEY</vt:lpstr>
      <vt:lpstr>CREATE TABLE - FOREIGN KEY</vt:lpstr>
      <vt:lpstr>OTHER CONSTRAINTS</vt:lpstr>
      <vt:lpstr>TRANSACTIONS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Query Language (SQL)</dc:title>
  <dc:creator>Prashanth Puranik</dc:creator>
  <cp:lastModifiedBy>Prashanth Puranik</cp:lastModifiedBy>
  <cp:revision>404</cp:revision>
  <dcterms:created xsi:type="dcterms:W3CDTF">2018-09-06T19:22:50Z</dcterms:created>
  <dcterms:modified xsi:type="dcterms:W3CDTF">2018-09-21T00:47:46Z</dcterms:modified>
</cp:coreProperties>
</file>